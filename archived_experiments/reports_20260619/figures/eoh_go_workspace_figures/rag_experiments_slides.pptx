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RAG 对 EOH-InsertShips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搜索效果的消融实验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109728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</a:rPr>
              <a:t>Context Engineering for Evolutionary Optimization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JoyAI-LLM-Pro | Solomon RC101 | 2026-05-28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探索过程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45720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纯 EOH (gen=1)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005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无 RAG → baseline。RC101-d50 最优 = 660.7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73352"/>
            <a:ext cx="45720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733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API-only / Full RAG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600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发现 literature cards 退化；API-only 有信号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267712"/>
            <a:ext cx="45720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677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history-RAG bug 修复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1945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strategy_pool 未取 code_example → 修 runner.py:119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62072"/>
            <a:ext cx="45720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620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0527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3-repeat 正式消融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7889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API-only x3 + History x3。确认密度分支效应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456432"/>
            <a:ext cx="45720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564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0528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4440" y="3383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深演化 gen=8→16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383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d50 突破到 274.90。d75 RAG 早期更好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050792"/>
            <a:ext cx="45720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507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0528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3977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正反馈知识库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9776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演化最优候选 → candidate_sources/ → corpus 重建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v0522 → v0526：从纯 EOH 到 EOH + RAG</a:t>
            </a:r>
            <a:endParaRPr lang="en-US" sz="2200" dirty="0"/>
          </a:p>
        </p:txBody>
      </p:sp>
      <p:pic>
        <p:nvPicPr>
          <p:cNvPr id="4" name="Image 0" descr="eoh_go_workspace/reports/figures/before_after_rag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三种 RAG 模式</a:t>
            </a:r>
            <a:endParaRPr lang="en-US" sz="2200" dirty="0"/>
          </a:p>
        </p:txBody>
      </p:sp>
      <p:pic>
        <p:nvPicPr>
          <p:cNvPr id="4" name="Image 0" descr="eoh_go_workspace/reports/figures/three_rag_modes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三种 RAG 模式：实际注入内容对比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1737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API-only (top_k=0)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API RULES
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Save Assign → trial AddShip → GenRoute → record cost_delta → RemoveShip undo → commit best → RenewnTotalCost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
WARNINGS
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(1) suspicious_low_objective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(2) negative_or_missing_result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(3) timeout_or_unbounded ... (truncated to 1)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~1006 chars | 0 strategy cards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097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History-RAG (top_k=1)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4173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同 API-only + </a:t>
            </a:r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1 条 Go 代码样例
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RETRIEVED STRATEGY
[Strategy 1: code_example/...]
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func InsertShips(...) {
  // density-based switching logic
  // tightness check + route merge
  // time-window pruning
}
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~1500 chars (代码截断到 max_chars)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典型命中: density_switch 系列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2743200" cy="1737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097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Full RAG (top_k=2)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4173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同 API-only + </a:t>
            </a:r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2 条 VRP 文献伪代码
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CARD: nearest_insertion
Low-density heuristic: select unserved order closest to any route, insert at best position.
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CARD: solomon_i1
For d50/d75, use global weighted-score selection: cost + distance + time slack.
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~2500 chars | VRP 伪代码粒度不匹配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Context 注入量对比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9728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83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API-only 1006 chars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28800" y="3383280"/>
            <a:ext cx="1645920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History-RAG ~1500 chars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566160" y="3383280"/>
            <a:ext cx="274320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Full RAG ~2500 chars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7772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502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结论：更少 ≠ 更差。API-only (1006 chars) 在 d50 最优，验证 "最小高信号 tokens" 原则。2500 chars Full RAG 最差，验证 context rot。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RAG 知识库：四类知识源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7724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API Constraints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insertShips() Go API 调用骨架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Save Assign → trial AddShip → GenRoute → record delta → undo → commit → RenewnTotalCost。所有模式共享，~1006 chars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7724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Failure Cases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3 种 guard 失败模式（WARNING）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suspicious_low | negative_or_missing | timeout。所有模式注入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77724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Code Examples (14 files)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编译通过的 Go insertShips 源码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density_switch / tightness_switch / nearest_first / balanced / robust 等。history-RAG 检索 top_k=1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77724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Algorithm Cards (5 files)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VRP 文献算法伪代码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nearest/farthest/solomon_i1/regret2/cw_savings。Full RAG 使用 top_k=2，已证明退化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探索发现：history-RAG 从未真正工作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57600" cy="2560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Bug (runner.py:119)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strategy_pool 只取 kind=algorithm_card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但 history 模式已过滤掉所有 algorithm_card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→ code_example 从未被注入！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修复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history → code_example, literature → algorithm_card, mixed → both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3931920" cy="2560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0972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影响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修复前：rag_mode=history ≡ API-only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修复后：10 篇 Go 代码可用作检索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→ d75 上 ΔJ 从 0 跳到 −134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教训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功能存在 ≠ 功能生效。路径覆盖 ≠ 语义正确。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探索发现：RC102-d75 seed mismatch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57600" cy="2103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现象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同一 cell 的 seed_J 在不同评测间切换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350.27 vs 383.81（差异 9.6%）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6/6 API-only runs 中出现 seed mismatch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→ paired comparison 不可靠，排除该 cell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3931920" cy="2103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0972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可能的根因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SA simulator 加载了不同数据文件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（solomon_benchmark_d75 vs d100 路径解析）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随机种子未在评测层固定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不同 run 的 process fork 导致不同 seed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77724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3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已执行的防护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seed mismatch &gt;5% → 自动标记并排除 | best_build_ok=false → 不入库 | best_EOH_J=null → 不用于结论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实验状态冻结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正式证据（3-repeat gen=1）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772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182880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Cells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数据质量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置信度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RC101 d50+d75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3/3 reps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History-RAG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RC101 d50+d75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d50:2/3 d75:3/3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d75:HIGH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Full RAG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RC101 d50+d75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rep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探索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gen=8 d50: 274.90（单次）| gen=8 d75: 393.30 | gen=16: build failed（排除）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排除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RC102-d75（seed mismatch）| RC103（数据缺失）| Literature cards（退化）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正式结果：RC101-d50 (seed_J = 713.52)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109728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基线 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RAG 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660.73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660.73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660.73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565.29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−95.44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604.59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316.84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−287.75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258.34*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660.73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+402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604.59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566.01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−38.58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604.59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017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* 异常值（P2 噪声）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0" y="3200400"/>
            <a:ext cx="402336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32461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API-only 最优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中位数 ΔJ = −95.44 | 2/3 better | 0/3 worse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正式结果：RC101-d75 (seed_J = 549.48)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109728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基线 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RAG 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365.92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549.48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+183.56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409.39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376.70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−32.69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376.70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376.70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549.48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274.34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−275.14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549.48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549.48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456.43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321.91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−134.52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3200400"/>
            <a:ext cx="402336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4663440" y="32461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History-RAG 最优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中位数 ΔJ = −134.52 | 2/3 better | 0/3 worse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密度分支效应 &amp; 负结论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密度分支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d50 → API-only (ΔJ=−95)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中等密度，API 约束已足够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d75 → History-RAG (ΔJ=−134)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高密度，需要 density_switch 代码参考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负结论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Literature cards 退化（LOW）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d75: ΔJ=+349 | valid 4→1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d50: ΔJ=+53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根因：伪代码 vs Go 函数粒度不匹配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 context rot（上下文过长退化）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方法学风险 &amp; 结果验证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40080"/>
                <a:gridCol w="256032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风险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等级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处理方式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影响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RC102-d75 seed mismatch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seed mismatch 检测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排除该cell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History d50 Rep3 build failed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best_build_ok=false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仅2/3 pairs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d50 Rep1 异常值 258.34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观测噪声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rep1不可比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pop=8 gen=1 方差大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300-660 波动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需更多reps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840480"/>
            <a:ext cx="77724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886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入库规则：只有 best_build_ok=true + best_EOH_J≠null + status=valid → candidate_sources/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深度演化探索 (gen=8, pop=4)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51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d50: gen=8 baseline = 274.90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演化路径: 713→660(gen3)→328(gen4)→274(gen8)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突破 gen=1 最优 316.84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gen=8 API-only stuck (0 valid)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gen=8 history = 252.20（全局最优）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051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d75: gen=8 baseline = 393.30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演化很慢: 549→376(gen2)→365(gen4)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gen=8 RAG 均 stuck 或 0 valid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不如 gen=1 history (274.34)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840480" cy="1188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gen=16 d75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baseline: best_EOH_J=null, build failed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history: gen1→266, gen2-16 stuck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840480" cy="1188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788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演化轨迹分析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d50: 每3-4代突破 → evolution 有效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d75: 每6+代突破 → RAG shortcut 更值钱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79552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8795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假设：RAG = 冷启动加速器（gen=1 跳跃），evolution = 慢搜索（多代收敛）。两条线不互斥——warm-start schedule 是下一步。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唯一下一轮：Schedule Ablation（RC101-d75）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gen=1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gen=2-8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验证假设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Baseline 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no-RAG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no-RAG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纯演化上限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History 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当前做法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History warm-start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RAG只适合冷启动？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API-only 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约束帮助长期演化？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657600"/>
            <a:ext cx="77724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703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只跑 RC101-d75。不扩展新知识库、不等 DeepSeek。只回答：RAG schedule 是否影响深演化效果。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结论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API-only 在 d50 最优（ΔJ = −95，2/3 better，0/3 worse）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History-RAG 在 d75 最优（ΔJ = −134，2/3 better，0/3 worse）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Literature cards 退化——知识库粒度与目标代码不匹配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深演化在 d50 上可突破（274.90），d75 上 RAG 早期更优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找到并修复 history-RAG bug，建立正反馈知识库闭环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下一步：验证 warm-start schedule（gen=1 RAG + gen=2-8 evolution）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拓展：C+L+V Agent Harness 定位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 et al. "Agent Harness Engineering" (TMLR 2026) ETCLOVG 分类法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7724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C: Context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</a:rPr>
              <a:t>模型每一步看到什么信息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RAG corpus → filter → retriever → format_prompt → 三种 context 策略消融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77724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L: Lifecycle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</a:rPr>
              <a:t>候选如何生成、评估、继承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EOH gen=1→N | ablation-pair | resume | grid | 候选入库正反馈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77724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63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V: Verification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</a:rPr>
              <a:t>结果是否可信、可复现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candidate_guard | seed 一致性检测 | best_build_ok | 入库准入规则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Bridging: binding-constraint（不改模型改context→ΔJ−95~−134）| progressive disclosure（1006 chars &gt; 2500）| context rot（literature退化）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对 EOH-InsertShips 搜索效果的消融实验</dc:title>
  <dc:subject>PptxGenJS Presentation</dc:subject>
  <dc:creator>EOH-InsertShips</dc:creator>
  <cp:lastModifiedBy>EOH-InsertShips</cp:lastModifiedBy>
  <cp:revision>1</cp:revision>
  <dcterms:created xsi:type="dcterms:W3CDTF">2026-05-29T02:07:55Z</dcterms:created>
  <dcterms:modified xsi:type="dcterms:W3CDTF">2026-05-29T02:07:55Z</dcterms:modified>
</cp:coreProperties>
</file>