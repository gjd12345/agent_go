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 w="12700">
            <a:solidFill>
              <a:srgbClr val="051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115568"/>
            <a:ext cx="100584" cy="274320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78992"/>
            <a:ext cx="88696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C+L+V Harness Weekly Showcase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76809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CE7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 target / 跨组合优化问题迁移进展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67712"/>
            <a:ext cx="4572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7C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汇报版 | Data as of 2026-06-01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886200"/>
            <a:ext cx="54864" cy="123444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4050792"/>
            <a:ext cx="1874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4507992"/>
            <a:ext cx="1874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Evolvable targets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033272" y="4800600"/>
            <a:ext cx="1874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 / Optimization / SelectItems / SplitOrders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388620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886200"/>
            <a:ext cx="54864" cy="123444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4050792"/>
            <a:ext cx="1874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10712" y="4507992"/>
            <a:ext cx="1874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 families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410712" y="4800600"/>
            <a:ext cx="1874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VRP, 0/1 knapsack, mixer order splitting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23560" y="388620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3886200"/>
            <a:ext cx="54864" cy="1234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4050792"/>
            <a:ext cx="1874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 OK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88152" y="4507992"/>
            <a:ext cx="1874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Validation suite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788152" y="4800600"/>
            <a:ext cx="1874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Full unit suite after context and evaluator fixes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01000" y="388620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886200"/>
            <a:ext cx="54864" cy="1234440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5592" y="4050792"/>
            <a:ext cx="1874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65592" y="4507992"/>
            <a:ext cx="1874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Formal lift line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165592" y="4800600"/>
            <a:ext cx="1874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Only target with stable performance evidence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8680" y="6309360"/>
            <a:ext cx="7680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1A0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Sources: clv_harness_weekly_showcase.md; code_evolution_insertships_gen8.md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已证明可迁移，但性能证据仍集中在 InsertShips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Executive summary | evidence boundary first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54864" cy="114300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81912"/>
            <a:ext cx="2057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× 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8952" y="2039112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× problem coverage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58952" y="2331720"/>
            <a:ext cx="2057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 registry 抽象覆盖多函数和多问题族。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417320"/>
            <a:ext cx="54864" cy="11430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581912"/>
            <a:ext cx="2057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274.90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9272" y="2039112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 best J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319272" y="2331720"/>
            <a:ext cx="2057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rc101 d50，从 713.52 降至 274.90。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15000" y="141732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1417320"/>
            <a:ext cx="54864" cy="114300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1581912"/>
            <a:ext cx="2057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870-974 chars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79592" y="2039112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trace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879592" y="2331720"/>
            <a:ext cx="2057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 target 的 API skeleton 均进入 global context。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75320" y="141732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5320" y="1417320"/>
            <a:ext cx="54864" cy="1143000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1581912"/>
            <a:ext cx="2057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smoke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39912" y="2039112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New-target evidence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8439912" y="2331720"/>
            <a:ext cx="2057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Optimization / Knapsack / Mixer 均跑通但未超过 seed。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68680" y="2971800"/>
            <a:ext cx="1051560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本周可展示的核心成果是 framework portability：从单一 InsertShips 扩展到多 target、多 evaluator、多 context path。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正式性能结论只保留 InsertShips；Optimization、Knapsack、Mixer 目前作为 feasibility / smoke evidence。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早期新 target 未提升的主因已从“LLM能力不足”校正为“C 层 target-specific context 未适配”。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下一阶段应补 domain skill cards、多实例 evaluator 和更长 generation，而不是继续证明 harness 能否跑通。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证据边界将正式结果与 smoke 结果分开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Academic reporting standard: claim strength matches validation depth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789920" cy="214884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2423160"/>
                <a:gridCol w="2423160"/>
                <a:gridCol w="25603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Target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Problem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Evidence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RAG/API context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Performance status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InsertShips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VRP dynamic insertion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Formal multi-run + code evolution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Verified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Stable improvement branches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Optimization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VRP route/order improvement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Smoke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Verified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Seed only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SelectItems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0/1 knapsack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 smoke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knapsack_api_skeleton verified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Seed only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SplitOrders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 order splitting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LLM smoke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mixer_split_api_skeleton verified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Seed only</a:t>
                      </a:r>
                      <a:endParaRPr lang="en-US" sz="82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402336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073652"/>
            <a:ext cx="868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正式证据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1920240" y="4005072"/>
            <a:ext cx="87782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可用于说明方法有效性和性能提升：guarded external evaluator、多轮结果、代码结构演化均有记录。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960120" cy="237744"/>
          </a:xfrm>
          <a:prstGeom prst="roundRect">
            <a:avLst>
              <a:gd name="adj" fmla="val 15385"/>
            </a:avLst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668012"/>
            <a:ext cx="868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smoke 证据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920240" y="4599432"/>
            <a:ext cx="87782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可用于说明链路跑通：prompt -&gt; code generation -&gt; build -&gt; evaluator -&gt; trace，但不能支持“优于 seed”的结论。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822960" y="5212080"/>
            <a:ext cx="1051560" cy="237744"/>
          </a:xfrm>
          <a:prstGeom prst="roundRect">
            <a:avLst>
              <a:gd name="adj" fmla="val 15385"/>
            </a:avLst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5262372"/>
            <a:ext cx="96012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阻塞已校正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1920240" y="5193792"/>
            <a:ext cx="87782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Knapsack/Mixer 的 API context 已注入；后续性能不足更可能来自 skill cards、实例数和 generation 深度不足。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TargetSpec / ProblemSpec 把演化边界从单函数扩展到多问题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architecture: registry separates function boundary from optimization problem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423160" cy="123444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13970">
            <a:solidFill>
              <a:srgbClr val="225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627632"/>
            <a:ext cx="2011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51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TargetSpec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函数名 / 签名 / 抽取替换 / prompt guard / RAG API context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3172968" y="1856232"/>
            <a:ext cx="256032" cy="292608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417320"/>
            <a:ext cx="2423160" cy="1234440"/>
          </a:xfrm>
          <a:prstGeom prst="roundRect">
            <a:avLst>
              <a:gd name="adj" fmla="val 3704"/>
            </a:avLst>
          </a:prstGeom>
          <a:solidFill>
            <a:srgbClr val="F8FBFF"/>
          </a:solidFill>
          <a:ln w="13970">
            <a:solidFill>
              <a:srgbClr val="12B5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627632"/>
            <a:ext cx="2011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B5C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ProblemSpec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9312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语言 / 源文件 / evaluator / benchmark / 指标方向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961888" y="1856232"/>
            <a:ext cx="256032" cy="292608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2423160" cy="123444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1397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627632"/>
            <a:ext cx="2011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Registry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 与 problem 组合注册；保持 InsertShips 向后兼容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750808" y="1856232"/>
            <a:ext cx="256032" cy="292608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417320"/>
            <a:ext cx="2423160" cy="1234440"/>
          </a:xfrm>
          <a:prstGeom prst="roundRect">
            <a:avLst>
              <a:gd name="adj" fmla="val 3704"/>
            </a:avLst>
          </a:prstGeom>
          <a:solidFill>
            <a:srgbClr val="F8FBFF"/>
          </a:solidFill>
          <a:ln w="13970">
            <a:solidFill>
              <a:srgbClr val="ED89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1627632"/>
            <a:ext cx="2011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Guarded evaluator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17152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+ runtime checks + objective summary + trace</a:t>
            </a:r>
            <a:endParaRPr lang="en-US" sz="84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10287000" cy="214884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5440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Registered target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Problem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Role in showcase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InsertShips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VRP dynamic insertion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Main performance and code-evolution evidence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Optimization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VRP route/order improvement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Same Go solver, second target feasibility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SelectItems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0/1 knapsack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Different problem family and evaluator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SplitOrders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Mixer/concrete truck split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Greenfield domain migration target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InsertShips 在 d50 和 d75 分支保留唯一稳定性能提升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Lower J is better; performance claims use guarded external evaluator results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1188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RC101 d50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435608"/>
            <a:ext cx="3840480" cy="146304"/>
          </a:xfrm>
          <a:prstGeom prst="rect">
            <a:avLst/>
          </a:prstGeom>
          <a:solidFill>
            <a:srgbClr val="DFE7F1"/>
          </a:solidFill>
          <a:ln w="12700">
            <a:solidFill>
              <a:srgbClr val="DFE7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435608"/>
            <a:ext cx="3840480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673352"/>
            <a:ext cx="3840480" cy="146304"/>
          </a:xfrm>
          <a:prstGeom prst="rect">
            <a:avLst/>
          </a:prstGeom>
          <a:solidFill>
            <a:srgbClr val="DFE7F1"/>
          </a:solidFill>
          <a:ln w="12700">
            <a:solidFill>
              <a:srgbClr val="DFE7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673352"/>
            <a:ext cx="1479633" cy="146304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399032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713.52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172200" y="1645920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Best 274.90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1188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RC101 d75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94560" y="2167128"/>
            <a:ext cx="3840480" cy="146304"/>
          </a:xfrm>
          <a:prstGeom prst="rect">
            <a:avLst/>
          </a:prstGeom>
          <a:solidFill>
            <a:srgbClr val="DFE7F1"/>
          </a:solidFill>
          <a:ln w="12700">
            <a:solidFill>
              <a:srgbClr val="DFE7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2167128"/>
            <a:ext cx="3840480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2404872"/>
            <a:ext cx="3840480" cy="146304"/>
          </a:xfrm>
          <a:prstGeom prst="rect">
            <a:avLst/>
          </a:prstGeom>
          <a:solidFill>
            <a:srgbClr val="DFE7F1"/>
          </a:solidFill>
          <a:ln w="12700">
            <a:solidFill>
              <a:srgbClr val="DFE7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404872"/>
            <a:ext cx="1859573" cy="146304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130552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549.48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72200" y="2377440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251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Best 266.06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43800" y="12344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1234440"/>
            <a:ext cx="54864" cy="10515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08392" y="1399032"/>
            <a:ext cx="1600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-61.5%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08392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d50 reduction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708392" y="2148840"/>
            <a:ext cx="160020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713.52 -&gt; 274.90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46920" y="123444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46920" y="1234440"/>
            <a:ext cx="54864" cy="105156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399032"/>
            <a:ext cx="1600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-51.6%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11512" y="1856232"/>
            <a:ext cx="1600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d75 reduction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811512" y="2148840"/>
            <a:ext cx="1600200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549.48 -&gt; 266.06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337560"/>
          <a:ext cx="10561320" cy="1965960"/>
        </p:xfrm>
        <a:graphic>
          <a:graphicData uri="http://schemas.openxmlformats.org/drawingml/2006/table">
            <a:tbl>
              <a:tblPr/>
              <a:tblGrid>
                <a:gridCol w="2331720"/>
                <a:gridCol w="1600200"/>
                <a:gridCol w="1280160"/>
                <a:gridCol w="1417320"/>
                <a:gridCol w="21488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Configuration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Cell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valid pairs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median ΔJ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better / worse / same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d50 API-only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RC101-d50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3/3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-95.44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 / 0 / 1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d50 History-RAG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RC101-d50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3/3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+97.15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 / 2 / 0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d75 API-only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RC101-d75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5/5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0.00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 / 1 / 2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d75 History-RAG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RC101-d75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3/3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-134.52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 / 0 / 1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868680" y="5559552"/>
            <a:ext cx="105156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Interpretation: API-only works on d50; History-RAG is the stronger d75 branch. d75 API-only remains inconclusive despite 5 valid pairs.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代码演化从 first-feasible 转向 guarded best-delta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L-layer evidence: evolution changes algorithmic structure, not only objective values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423160" cy="1965960"/>
          </a:xfrm>
          <a:prstGeom prst="roundRect">
            <a:avLst>
              <a:gd name="adj" fmla="val 2326"/>
            </a:avLst>
          </a:prstGeom>
          <a:solidFill>
            <a:srgbClr val="F6F8FB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first feasible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2542032"/>
            <a:ext cx="202996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找到第一个可行 Assign 后立即提交；简单 fallback。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82696" y="2212848"/>
            <a:ext cx="237744" cy="320040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417320"/>
            <a:ext cx="2423160" cy="1965960"/>
          </a:xfrm>
          <a:prstGeom prst="roundRect">
            <a:avLst>
              <a:gd name="adj" fmla="val 2326"/>
            </a:avLst>
          </a:prstGeom>
          <a:solidFill>
            <a:srgbClr val="F8FBFF"/>
          </a:solidFill>
          <a:ln w="15240">
            <a:solidFill>
              <a:srgbClr val="225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1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 3-4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30752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trial-all + delta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30752" y="2542032"/>
            <a:ext cx="202996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遍历多个 Assign，计算 cost delta，并显式 rollback。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71616" y="2212848"/>
            <a:ext cx="237744" cy="320040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417320"/>
            <a:ext cx="2423160" cy="1965960"/>
          </a:xfrm>
          <a:prstGeom prst="roundRect">
            <a:avLst>
              <a:gd name="adj" fmla="val 2326"/>
            </a:avLst>
          </a:prstGeom>
          <a:solidFill>
            <a:srgbClr val="F8FBFF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 5-8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19672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best-delta + fallback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9672" y="2542032"/>
            <a:ext cx="202996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选择最小 cost increase；失败时创建/使用新 Assign。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860536" y="2212848"/>
            <a:ext cx="237744" cy="320040"/>
          </a:xfrm>
          <a:prstGeom prst="chevron">
            <a:avLst/>
          </a:prstGeom>
          <a:solidFill>
            <a:srgbClr val="D8DEE9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1417320"/>
            <a:ext cx="2423160" cy="1965960"/>
          </a:xfrm>
          <a:prstGeom prst="roundRect">
            <a:avLst>
              <a:gd name="adj" fmla="val 2326"/>
            </a:avLst>
          </a:prstGeom>
          <a:solidFill>
            <a:srgbClr val="F8FBFF"/>
          </a:solidFill>
          <a:ln w="15240">
            <a:solidFill>
              <a:srgbClr val="6B4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1645920"/>
            <a:ext cx="914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46C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d75 Gen 6+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08592" y="2011680"/>
            <a:ext cx="2011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weighted best-delta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8592" y="2542032"/>
            <a:ext cx="202996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加入 slack / penalty / normalized delta，适配更密集实例。</a:t>
            </a:r>
            <a:endParaRPr lang="en-US" sz="88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3977640"/>
          <a:ext cx="9875520" cy="11430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737360"/>
                <a:gridCol w="1645920"/>
                <a:gridCol w="224028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Cell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Seed J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Verified best EOH J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Selected generation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Selected strategy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rc101 d50 t=1.0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713.52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274.90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Gen 8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best-delta + fallback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rc101 d75 t=1.0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549.48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393.30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Gen 8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weighted best-delta</a:t>
                      </a:r>
                      <a:endParaRPr lang="en-US" sz="86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1051560" y="5440680"/>
            <a:ext cx="9875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Note: per-generation pops_best objectives are internal EOH selection signals; final claims use guarded external evaluations.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层 target-specific context 绑定已从缺失修复为可追踪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Early non-improvement was a context adaptation issue, not a harness failure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744200" cy="2057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600200"/>
                <a:gridCol w="5212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Target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Before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After context chars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Global items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InsertShips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available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974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insertships_api_skeleton + failure cases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Optimization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target-bound gap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911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optimization_api_skeleton + failure cases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SelectItems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ctx_chars=MISSING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870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knapsack_api_skeleton + failure cases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SplitOrders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greenfield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949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mixer_split_api_skeleton + failure cases</a:t>
                      </a:r>
                      <a:endParaRPr lang="en-US" sz="84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384048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3840480"/>
            <a:ext cx="54864" cy="123444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4005072"/>
            <a:ext cx="24688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tag alias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Root cause corrected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033272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SelectItems 与 knapsack tag 不匹配的问题已修复。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886200" y="384048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86200" y="3840480"/>
            <a:ext cx="54864" cy="1234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50792" y="4005072"/>
            <a:ext cx="24688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EOH_RAG_CONTEXT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50792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path fixed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4050792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 prompt 已实际消费环境变量。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03720" y="384048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03720" y="3840480"/>
            <a:ext cx="54864" cy="1234440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68312" y="4005072"/>
            <a:ext cx="24688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allowlist env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068312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Security hardening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7068312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Knapsack/Mixer evaluator 避免泄露敏感环境变量。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68680" y="5486400"/>
            <a:ext cx="105156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Implication: 后续新 target 的关键工作是补 target-specific examples / failure cases / constraints，而不是扩大空 context 下的 generation。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Optimization / Knapsack / Mixer 均已跑通，但 best 仍为 seed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Smoke evidence proves pipeline portability; it does not prove performance superiority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2514600"/>
        </p:xfrm>
        <a:graphic>
          <a:graphicData uri="http://schemas.openxmlformats.org/drawingml/2006/table">
            <a:tbl>
              <a:tblPr/>
              <a:tblGrid>
                <a:gridCol w="1874520"/>
                <a:gridCol w="1463040"/>
                <a:gridCol w="1280160"/>
                <a:gridCol w="640080"/>
                <a:gridCol w="1920240"/>
                <a:gridCol w="278892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Target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Arm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Population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Valid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Best objective / value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Verdict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Optimization d50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Baseline / Hist-RAG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gen=1 pop=8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713.52 seed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Pipeline runs; no lift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Knapsack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Baseline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value 283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Best is seed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Knapsack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API-only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value 283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RAG context effective; best is seed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 SplitOrders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Baseline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cost 175.01468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Best is seed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 SplitOrders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API-only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cost 175.01468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RAG context effective; best is seed</a:t>
                      </a:r>
                      <a:endParaRPr lang="en-US" sz="78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343400"/>
            <a:ext cx="10241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 API-only trace: rag_context_chars=870; global items include knapsack_api_skeleton and failure cases.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Mixer API-only trace: rag_context_chars=949; global items include mixer_split_api_skeleton and failure cases.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 both problems, gen=1 generated only 2 candidates and mutated candidates did not pass evaluator, so seed remained best.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" y="565099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701284"/>
            <a:ext cx="8229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汇报措辞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1920240" y="5641848"/>
            <a:ext cx="8686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“已完成真实 LLM smoke，证明链路和 context 注入；尚不支持性能提升结论。”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SplitOrders 已完成最小可演化 target 抽象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Mixer/concrete truck migration is now buildable, replaceable, evaluable, and guarded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0704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3063240"/>
                <a:gridCol w="498348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Component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Artifact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Purpose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Go evaluator + seed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mixer_split_solver.go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Defines Order, Vehicle, SubOrder and seed SplitOrders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Test instance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testdata_01.json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Small concrete-truck order split case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EOH prompt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prompts_mixer_split_go.py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Injects RAG context and target constraints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Problem wrapper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prob_mixer_split_go.py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Build/run evaluator with allowlisted env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Smoke runner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mixer_split_smoke.py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Baseline/API-only experiment entrypoint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406908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4069080"/>
            <a:ext cx="54864" cy="1143000"/>
          </a:xfrm>
          <a:prstGeom prst="rect">
            <a:avLst/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4233672"/>
            <a:ext cx="2057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175.014675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78992" y="4690872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cost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078992" y="4983480"/>
            <a:ext cx="2057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Direct Go run and Python evaluator agree.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520440" y="406908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4069080"/>
            <a:ext cx="54864" cy="1143000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85032" y="4233672"/>
            <a:ext cx="2057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685032" y="4690872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Suborders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3685032" y="4983480"/>
            <a:ext cx="2057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Generated by seed SplitOrders.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26480" y="406908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4069080"/>
            <a:ext cx="54864" cy="11430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4233672"/>
            <a:ext cx="2057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true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91072" y="4690872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Feasibility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6291072" y="4983480"/>
            <a:ext cx="2057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Evaluator reason: valid.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732520" y="4069080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6F8FB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32520" y="4069080"/>
            <a:ext cx="54864" cy="1143000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97112" y="4233672"/>
            <a:ext cx="2057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rejected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897112" y="4690872"/>
            <a:ext cx="2057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Unknown capacity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8897112" y="4983480"/>
            <a:ext cx="2057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Prevents fake oversized vehicles.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本轮验收覆盖 registry、RAG、编译和 evaluator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Validation is scoped to this harness, not historical candidate snippets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07040" cy="2560320"/>
        </p:xfrm>
        <a:graphic>
          <a:graphicData uri="http://schemas.openxmlformats.org/drawingml/2006/table">
            <a:tbl>
              <a:tblPr/>
              <a:tblGrid>
                <a:gridCol w="5303520"/>
                <a:gridCol w="5303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Validation command / area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Observed result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Focused unit tests: specs + RAG integration + corpus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23 tests OK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Full unit suite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54 tests OK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compileall: eoh_go + InsertShips/Knapsack/Mixer examples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OK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Top-level Go build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OK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 direct Go run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cost 175.014675; feasible true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Mixer seed evaluator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Evaluation(seed)=175.014675; last_error=None</a:t>
                      </a:r>
                      <a:endParaRPr lang="en-US" sz="87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8680" y="4434840"/>
            <a:ext cx="10241280" cy="960120"/>
          </a:xfrm>
          <a:prstGeom prst="roundRect">
            <a:avLst>
              <a:gd name="adj" fmla="val 4762"/>
            </a:avLst>
          </a:prstGeom>
          <a:solidFill>
            <a:srgbClr val="FFF3E6"/>
          </a:solidFill>
          <a:ln w="10160">
            <a:solidFill>
              <a:srgbClr val="FBD3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4617720"/>
            <a:ext cx="1005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Scope note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920240" y="4590288"/>
            <a:ext cx="8823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`go test ./...` is intentionally not the acceptance command because it sweeps historical candidate_sources that are raw function snippets, not complete Go packages.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当前限制主要在问题级知识和评估深度，而不是 harness 链路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Risk register for honest weekly reporting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2788920"/>
        </p:xfrm>
        <a:graphic>
          <a:graphicData uri="http://schemas.openxmlformats.org/drawingml/2006/table">
            <a:tbl>
              <a:tblPr/>
              <a:tblGrid>
                <a:gridCol w="2560320"/>
                <a:gridCol w="2331720"/>
                <a:gridCol w="2560320"/>
                <a:gridCol w="352044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Risk / limitation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Affected assumption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Expected outcome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Mitigation</a:t>
                      </a:r>
                      <a:endParaRPr lang="en-US" sz="8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C2C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New targets return seed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API skeleton alone is enough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No performance lift in gen=1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Add domain skill cards and failure examples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Single/small instances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Smoke reflects stable behavior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Cannot claim robust performance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Add 3-5 instances per problem first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Short generation depth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 candidates can explore enough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Mutated candidates fail evaluator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Increase generations after constraints mature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Optimization guard gap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Syntax/feasibility guard is sufficient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Semantic preservation underchecked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Add runtime ship-id multiset guard</a:t>
                      </a:r>
                      <a:endParaRPr lang="en-US" sz="8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526280"/>
            <a:ext cx="103327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Preferred wording: “framework portability is proven; performance improvement is target-specific and currently only demonstrated for InsertShips.”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 not present Knapsack/Mixer seed results as negative evidence against LLMs; they are under-contextualized smoke runs.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下周应转向 domain skill cards 和多实例评估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5240">
            <a:solidFill>
              <a:srgbClr val="D8DE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607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Decision-ready next steps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21892"/>
            <a:ext cx="4114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Knapsack proper smoke rerun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4251960" y="1325880"/>
            <a:ext cx="6675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Confirm rag_global_items includes knapsack_api_skeleton, then add 3-5 instances.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1417320" y="1856232"/>
            <a:ext cx="9509760" cy="0"/>
          </a:xfrm>
          <a:prstGeom prst="line">
            <a:avLst/>
          </a:prstGeom>
          <a:noFill/>
          <a:ln w="762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148840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99132"/>
            <a:ext cx="4114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417320" y="210312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Mixer baseline/API-only smoke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251960" y="2103120"/>
            <a:ext cx="6675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 one instance first; verify generated SplitOrders build/evaluator behavior.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1417320" y="2633472"/>
            <a:ext cx="9509760" cy="0"/>
          </a:xfrm>
          <a:prstGeom prst="line">
            <a:avLst/>
          </a:prstGeom>
          <a:noFill/>
          <a:ln w="762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926080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76372"/>
            <a:ext cx="4114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41732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Domain skill cards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251960" y="2880360"/>
            <a:ext cx="6675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For each new target, add API constraints, code examples, and failure cases beyond skeleton.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1417320" y="3410712"/>
            <a:ext cx="9509760" cy="0"/>
          </a:xfrm>
          <a:prstGeom prst="line">
            <a:avLst/>
          </a:prstGeom>
          <a:noFill/>
          <a:ln w="762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703320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753612"/>
            <a:ext cx="4114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41732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Optimization semantic guard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251960" y="3657600"/>
            <a:ext cx="6675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Add runtime ship-id multiset preservation before interpreting objective lift.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1417320" y="4187952"/>
            <a:ext cx="9509760" cy="0"/>
          </a:xfrm>
          <a:prstGeom prst="line">
            <a:avLst/>
          </a:prstGeom>
          <a:noFill/>
          <a:ln w="7620">
            <a:solidFill>
              <a:srgbClr val="EE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480560"/>
            <a:ext cx="502920" cy="237744"/>
          </a:xfrm>
          <a:prstGeom prst="roundRect">
            <a:avLst>
              <a:gd name="adj" fmla="val 15385"/>
            </a:avLst>
          </a:prstGeom>
          <a:solidFill>
            <a:srgbClr val="2251FF"/>
          </a:solidFill>
          <a:ln w="12700">
            <a:solidFill>
              <a:srgbClr val="225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530852"/>
            <a:ext cx="4114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41732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Reporting package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4251960" y="4434840"/>
            <a:ext cx="6675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Keep InsertShips code evolution visualization; separate formal vs smoke evidence in all tables.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417320" y="4965192"/>
            <a:ext cx="9509760" cy="0"/>
          </a:xfrm>
          <a:prstGeom prst="line">
            <a:avLst/>
          </a:prstGeom>
          <a:noFill/>
          <a:ln w="7620">
            <a:solidFill>
              <a:srgbClr val="EE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532120"/>
            <a:ext cx="10607040" cy="566928"/>
          </a:xfrm>
          <a:prstGeom prst="roundRect">
            <a:avLst>
              <a:gd name="adj" fmla="val 8065"/>
            </a:avLst>
          </a:prstGeom>
          <a:solidFill>
            <a:srgbClr val="EAF0FF"/>
          </a:solidFill>
          <a:ln w="762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696712"/>
            <a:ext cx="101955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51C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Showcase takeaway: 同一 C+L+V harness 已能迁移到多个组合优化问题；下一阶段的瓶颈是 target-specific knowledge 和 evaluator breadth。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02920" y="6428232"/>
            <a:ext cx="11185855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83096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Source: clv_harness_weekly_showcase.md; code_evolution_insertships_gen8.md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109960" y="64556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Local research 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C+L+V Harness Weekly Showcase</dc:title>
  <dc:subject>C+L+V harness weekly showcase</dc:subject>
  <dc:creator>Codex</dc:creator>
  <cp:lastModifiedBy>Codex</cp:lastModifiedBy>
  <cp:revision>1</cp:revision>
  <dcterms:created xsi:type="dcterms:W3CDTF">2026-06-01T03:26:52Z</dcterms:created>
  <dcterms:modified xsi:type="dcterms:W3CDTF">2026-06-01T03:26:52Z</dcterms:modified>
</cp:coreProperties>
</file>