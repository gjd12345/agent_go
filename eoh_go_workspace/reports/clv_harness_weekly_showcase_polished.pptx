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B"/>
          </a:solidFill>
          <a:ln w="12700">
            <a:solidFill>
              <a:srgbClr val="061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1078992"/>
            <a:ext cx="109728" cy="2926080"/>
          </a:xfrm>
          <a:prstGeom prst="rect">
            <a:avLst>
              <a:gd name="adj" fmla="val 4166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07899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C+L+V Harness Weekly Showcase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7922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CE7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 target / 跨组合优化问题迁移进展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677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AB7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汇报版 | Data as of 2026-06-01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2057400" cy="1024128"/>
          </a:xfrm>
          <a:prstGeom prst="roundRect">
            <a:avLst>
              <a:gd name="adj" fmla="val 4464"/>
            </a:avLst>
          </a:prstGeom>
          <a:solidFill>
            <a:srgbClr val="10243A"/>
          </a:solidFill>
          <a:ln w="7620">
            <a:solidFill>
              <a:srgbClr val="1024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886200"/>
            <a:ext cx="64008" cy="1024128"/>
          </a:xfrm>
          <a:prstGeom prst="rect">
            <a:avLst>
              <a:gd name="adj" fmla="val 71429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03250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445312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051560" y="4672584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InsertShips / Opt / Knap / Mixer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246120" y="3886200"/>
            <a:ext cx="2057400" cy="1024128"/>
          </a:xfrm>
          <a:prstGeom prst="roundRect">
            <a:avLst>
              <a:gd name="adj" fmla="val 4464"/>
            </a:avLst>
          </a:prstGeom>
          <a:solidFill>
            <a:srgbClr val="10243A"/>
          </a:solidFill>
          <a:ln w="7620">
            <a:solidFill>
              <a:srgbClr val="1024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3886200"/>
            <a:ext cx="64008" cy="1024128"/>
          </a:xfrm>
          <a:prstGeom prst="rect">
            <a:avLst>
              <a:gd name="adj" fmla="val 71429"/>
            </a:avLst>
          </a:prstGeom>
          <a:solidFill>
            <a:srgbClr val="0891B2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403250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29000" y="445312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Problem families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429000" y="4672584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VRP / Knapsack / Split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5623560" y="3886200"/>
            <a:ext cx="2057400" cy="1024128"/>
          </a:xfrm>
          <a:prstGeom prst="roundRect">
            <a:avLst>
              <a:gd name="adj" fmla="val 4464"/>
            </a:avLst>
          </a:prstGeom>
          <a:solidFill>
            <a:srgbClr val="10243A"/>
          </a:solidFill>
          <a:ln w="7620">
            <a:solidFill>
              <a:srgbClr val="1024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3886200"/>
            <a:ext cx="64008" cy="1024128"/>
          </a:xfrm>
          <a:prstGeom prst="rect">
            <a:avLst>
              <a:gd name="adj" fmla="val 71429"/>
            </a:avLst>
          </a:prstGeom>
          <a:solidFill>
            <a:srgbClr val="15803D"/>
          </a:solidFill>
          <a:ln w="762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403250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54 OK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806440" y="445312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Validation suite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806440" y="4672584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Full unit suite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8001000" y="3886200"/>
            <a:ext cx="2057400" cy="1024128"/>
          </a:xfrm>
          <a:prstGeom prst="roundRect">
            <a:avLst>
              <a:gd name="adj" fmla="val 4464"/>
            </a:avLst>
          </a:prstGeom>
          <a:solidFill>
            <a:srgbClr val="10243A"/>
          </a:solidFill>
          <a:ln w="7620">
            <a:solidFill>
              <a:srgbClr val="1024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3886200"/>
            <a:ext cx="64008" cy="1024128"/>
          </a:xfrm>
          <a:prstGeom prst="rect">
            <a:avLst>
              <a:gd name="adj" fmla="val 71429"/>
            </a:avLst>
          </a:prstGeom>
          <a:solidFill>
            <a:srgbClr val="EA580C"/>
          </a:solidFill>
          <a:ln w="762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403250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InsertShips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183880" y="445312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Formal lift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8183880" y="4672584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Only stable lift evidence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868680" y="630936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91A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Sources: weekly; gen8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可迁移已成立，性能结论只属于 InsertShips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7839" cy="0"/>
          </a:xfrm>
          <a:prstGeom prst="line">
            <a:avLst>
              <a:gd name="adj" fmla="val Infinity"/>
            </a:avLst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Portability is proven; lift remains target-specific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6428232"/>
            <a:ext cx="11057839" cy="0"/>
          </a:xfrm>
          <a:prstGeom prst="line">
            <a:avLst>
              <a:gd name="adj" fmla="val Infinity"/>
            </a:avLst>
          </a:prstGeom>
          <a:solidFill>
            <a:srgbClr val="D7DEE8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Sources: weekly; gen8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15568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81328"/>
            <a:ext cx="2286000" cy="1024128"/>
          </a:xfrm>
          <a:prstGeom prst="roundRect">
            <a:avLst>
              <a:gd name="adj" fmla="val 4464"/>
            </a:avLst>
          </a:prstGeom>
          <a:solidFill>
            <a:srgbClr val="EAF0FF"/>
          </a:solidFill>
          <a:ln w="7620">
            <a:solidFill>
              <a:srgbClr val="EAF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81328"/>
            <a:ext cx="64008" cy="1024128"/>
          </a:xfrm>
          <a:prstGeom prst="rect">
            <a:avLst>
              <a:gd name="adj" fmla="val 71429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276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× 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04825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 × problem coverage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246120" y="1481328"/>
            <a:ext cx="2286000" cy="1024128"/>
          </a:xfrm>
          <a:prstGeom prst="roundRect">
            <a:avLst>
              <a:gd name="adj" fmla="val 4464"/>
            </a:avLst>
          </a:prstGeom>
          <a:solidFill>
            <a:srgbClr val="EAF7EF"/>
          </a:solidFill>
          <a:ln w="7620">
            <a:solidFill>
              <a:srgbClr val="EAF7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481328"/>
            <a:ext cx="64008" cy="1024128"/>
          </a:xfrm>
          <a:prstGeom prst="rect">
            <a:avLst>
              <a:gd name="adj" fmla="val 71429"/>
            </a:avLst>
          </a:prstGeom>
          <a:solidFill>
            <a:srgbClr val="15803D"/>
          </a:solidFill>
          <a:ln w="762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276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274.90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29000" y="204825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InsertShips best J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429000" y="2267712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713.52 -&gt; 274.90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5760720" y="1481328"/>
            <a:ext cx="2286000" cy="1024128"/>
          </a:xfrm>
          <a:prstGeom prst="roundRect">
            <a:avLst>
              <a:gd name="adj" fmla="val 4464"/>
            </a:avLst>
          </a:prstGeom>
          <a:solidFill>
            <a:srgbClr val="E0F7FA"/>
          </a:solidFill>
          <a:ln w="7620">
            <a:solidFill>
              <a:srgbClr val="E0F7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1481328"/>
            <a:ext cx="64008" cy="1024128"/>
          </a:xfrm>
          <a:prstGeom prst="rect">
            <a:avLst>
              <a:gd name="adj" fmla="val 71429"/>
            </a:avLst>
          </a:prstGeom>
          <a:solidFill>
            <a:srgbClr val="0891B2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276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870-974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0" y="204825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chars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275320" y="1481328"/>
            <a:ext cx="2286000" cy="1024128"/>
          </a:xfrm>
          <a:prstGeom prst="roundRect">
            <a:avLst>
              <a:gd name="adj" fmla="val 4464"/>
            </a:avLst>
          </a:prstGeom>
          <a:solidFill>
            <a:srgbClr val="FFF3E6"/>
          </a:solidFill>
          <a:ln w="7620">
            <a:solidFill>
              <a:srgbClr val="FFF3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1481328"/>
            <a:ext cx="64008" cy="1024128"/>
          </a:xfrm>
          <a:prstGeom prst="rect">
            <a:avLst>
              <a:gd name="adj" fmla="val 71429"/>
            </a:avLst>
          </a:prstGeom>
          <a:solidFill>
            <a:srgbClr val="EA580C"/>
          </a:solidFill>
          <a:ln w="762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16276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smoke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58200" y="204825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New-target evidence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868680" y="3063240"/>
            <a:ext cx="105156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7620">
            <a:solidFill>
              <a:srgbClr val="E7EC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" y="3502152"/>
            <a:ext cx="91440" cy="91440"/>
          </a:xfrm>
          <a:prstGeom prst="ellipse">
            <a:avLst>
              <a:gd name="adj" fmla="val 5000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25880" y="34290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 registry 已覆盖多 target、多 evaluator、多 context path。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1143000" y="3886200"/>
            <a:ext cx="91440" cy="91440"/>
          </a:xfrm>
          <a:prstGeom prst="ellipse">
            <a:avLst>
              <a:gd name="adj" fmla="val 5000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25880" y="38130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正式性能结论只保留 InsertShips；其余目标只作 smoke evidence。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1143000" y="4270248"/>
            <a:ext cx="91440" cy="91440"/>
          </a:xfrm>
          <a:prstGeom prst="ellipse">
            <a:avLst>
              <a:gd name="adj" fmla="val 5000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25880" y="41970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下一阶段瓶颈：domain skill cards、多实例 evaluator、generation depth。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证据边界必须分开 formal 与 smoke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7839" cy="0"/>
          </a:xfrm>
          <a:prstGeom prst="line">
            <a:avLst>
              <a:gd name="adj" fmla="val Infinity"/>
            </a:avLst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28232"/>
            <a:ext cx="11057839" cy="0"/>
          </a:xfrm>
          <a:prstGeom prst="line">
            <a:avLst>
              <a:gd name="adj" fmla="val Infinity"/>
            </a:avLst>
          </a:prstGeom>
          <a:solidFill>
            <a:srgbClr val="D7DEE8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Sources: weekly; gen8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1600200" cy="530352"/>
          </a:xfrm>
          <a:prstGeom prst="rect">
            <a:avLst>
              <a:gd name="adj" fmla="val 8621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81328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2468880" cy="530352"/>
          </a:xfrm>
          <a:prstGeom prst="rect">
            <a:avLst>
              <a:gd name="adj" fmla="val 8621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4872" y="148132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Problem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800600" y="1417320"/>
            <a:ext cx="3063240" cy="530352"/>
          </a:xfrm>
          <a:prstGeom prst="rect">
            <a:avLst>
              <a:gd name="adj" fmla="val 8621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481328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Evidence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863840" y="1417320"/>
            <a:ext cx="3657600" cy="530352"/>
          </a:xfrm>
          <a:prstGeom prst="rect">
            <a:avLst>
              <a:gd name="adj" fmla="val 8621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36992" y="1481328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Status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31520" y="1947672"/>
            <a:ext cx="160020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011680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InsertShips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2331720" y="1947672"/>
            <a:ext cx="246888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04872" y="2011680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VRP insertion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800600" y="1947672"/>
            <a:ext cx="306324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011680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formal multi-run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863840" y="1947672"/>
            <a:ext cx="365760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36992" y="2011680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stable lift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31520" y="2478024"/>
            <a:ext cx="1600200" cy="530352"/>
          </a:xfrm>
          <a:prstGeom prst="rect">
            <a:avLst>
              <a:gd name="adj" fmla="val 8621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2542032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Optimization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2331720" y="2478024"/>
            <a:ext cx="2468880" cy="530352"/>
          </a:xfrm>
          <a:prstGeom prst="rect">
            <a:avLst>
              <a:gd name="adj" fmla="val 8621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04872" y="254203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VRP order improve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800600" y="2478024"/>
            <a:ext cx="3063240" cy="530352"/>
          </a:xfrm>
          <a:prstGeom prst="rect">
            <a:avLst>
              <a:gd name="adj" fmla="val 8621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542032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smoke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863840" y="2478024"/>
            <a:ext cx="3657600" cy="530352"/>
          </a:xfrm>
          <a:prstGeom prst="rect">
            <a:avLst>
              <a:gd name="adj" fmla="val 8621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36992" y="2542032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seed only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731520" y="3008376"/>
            <a:ext cx="160020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3072384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SelectItems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2331720" y="3008376"/>
            <a:ext cx="246888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04872" y="3072384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0/1 knapsack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4800600" y="3008376"/>
            <a:ext cx="306324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3072384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smoke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7863840" y="3008376"/>
            <a:ext cx="365760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36992" y="3072384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Seed only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31520" y="3538728"/>
            <a:ext cx="1600200" cy="530352"/>
          </a:xfrm>
          <a:prstGeom prst="rect">
            <a:avLst>
              <a:gd name="adj" fmla="val 8621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3602736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SplitOrders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2331720" y="3538728"/>
            <a:ext cx="2468880" cy="530352"/>
          </a:xfrm>
          <a:prstGeom prst="rect">
            <a:avLst>
              <a:gd name="adj" fmla="val 8621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04872" y="3602736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Mixer split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4800600" y="3538728"/>
            <a:ext cx="3063240" cy="530352"/>
          </a:xfrm>
          <a:prstGeom prst="rect">
            <a:avLst>
              <a:gd name="adj" fmla="val 8621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3602736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smoke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7863840" y="3538728"/>
            <a:ext cx="3657600" cy="530352"/>
          </a:xfrm>
          <a:prstGeom prst="rect">
            <a:avLst>
              <a:gd name="adj" fmla="val 8621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36992" y="3602736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Seed only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914400" y="43434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 w="7620">
            <a:solidFill>
              <a:srgbClr val="1580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9264" y="4411980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正式证据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011680" y="437083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可说性能提升：external evaluator、多轮结果、代码演化齐全。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914400" y="495604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7620">
            <a:solidFill>
              <a:srgbClr val="EA580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9264" y="5024628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smoke证据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011680" y="4983480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只说明链路跑通：prompt -&gt; code -&gt; build -&gt; evaluator；不能说优于 seed。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Specs 让 harness 跨问题复用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7839" cy="0"/>
          </a:xfrm>
          <a:prstGeom prst="line">
            <a:avLst>
              <a:gd name="adj" fmla="val Infinity"/>
            </a:avLst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28232"/>
            <a:ext cx="11057839" cy="0"/>
          </a:xfrm>
          <a:prstGeom prst="line">
            <a:avLst>
              <a:gd name="adj" fmla="val Infinity"/>
            </a:avLst>
          </a:prstGeom>
          <a:solidFill>
            <a:srgbClr val="D7DEE8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Sources: weekly; gen8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2395728" cy="1234440"/>
          </a:xfrm>
          <a:prstGeom prst="roundRect">
            <a:avLst>
              <a:gd name="adj" fmla="val 3704"/>
            </a:avLst>
          </a:prstGeom>
          <a:solidFill>
            <a:srgbClr val="F6F8F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916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TargetSpec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60120" y="204825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function / guard / context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3264408" y="1965960"/>
            <a:ext cx="256032" cy="274320"/>
          </a:xfrm>
          <a:prstGeom prst="chevron">
            <a:avLst>
              <a:gd name="adj" fmla="val 17857"/>
            </a:avLst>
          </a:prstGeom>
          <a:solidFill>
            <a:srgbClr val="D7DEE8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481328"/>
            <a:ext cx="2395728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6916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891B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ProblemSpec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3749040" y="204825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 / evaluator / metric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053328" y="1965960"/>
            <a:ext cx="256032" cy="274320"/>
          </a:xfrm>
          <a:prstGeom prst="chevron">
            <a:avLst>
              <a:gd name="adj" fmla="val 17857"/>
            </a:avLst>
          </a:prstGeom>
          <a:solidFill>
            <a:srgbClr val="D7DEE8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481328"/>
            <a:ext cx="2395728" cy="1234440"/>
          </a:xfrm>
          <a:prstGeom prst="roundRect">
            <a:avLst>
              <a:gd name="adj" fmla="val 3704"/>
            </a:avLst>
          </a:prstGeom>
          <a:solidFill>
            <a:srgbClr val="F6F8FB"/>
          </a:solidFill>
          <a:ln w="762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6916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Registry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6537960" y="204825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 × problem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842248" y="1965960"/>
            <a:ext cx="256032" cy="274320"/>
          </a:xfrm>
          <a:prstGeom prst="chevron">
            <a:avLst>
              <a:gd name="adj" fmla="val 17857"/>
            </a:avLst>
          </a:prstGeom>
          <a:solidFill>
            <a:srgbClr val="D7DEE8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1481328"/>
            <a:ext cx="2395728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16916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Evaluator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9326880" y="204825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 / runtime / objective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914400" y="3337560"/>
            <a:ext cx="2103120" cy="475488"/>
          </a:xfrm>
          <a:prstGeom prst="rect">
            <a:avLst>
              <a:gd name="adj" fmla="val 9615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40156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3017520" y="3337560"/>
            <a:ext cx="2971800" cy="475488"/>
          </a:xfrm>
          <a:prstGeom prst="rect">
            <a:avLst>
              <a:gd name="adj" fmla="val 9615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0672" y="340156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Problem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5989320" y="3337560"/>
            <a:ext cx="5074920" cy="475488"/>
          </a:xfrm>
          <a:prstGeom prst="rect">
            <a:avLst>
              <a:gd name="adj" fmla="val 9615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340156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Role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914400" y="3813048"/>
            <a:ext cx="21031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387705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InsertShips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017520" y="3813048"/>
            <a:ext cx="297180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90672" y="3877056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VRP insertion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989320" y="3813048"/>
            <a:ext cx="5074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62472" y="3877056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formal lift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914400" y="4288536"/>
            <a:ext cx="2103120" cy="475488"/>
          </a:xfrm>
          <a:prstGeom prst="rect">
            <a:avLst>
              <a:gd name="adj" fmla="val 9615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4352544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Optimization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3017520" y="4288536"/>
            <a:ext cx="2971800" cy="475488"/>
          </a:xfrm>
          <a:prstGeom prst="rect">
            <a:avLst>
              <a:gd name="adj" fmla="val 9615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90672" y="4352544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VRP improve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5989320" y="4288536"/>
            <a:ext cx="5074920" cy="475488"/>
          </a:xfrm>
          <a:prstGeom prst="rect">
            <a:avLst>
              <a:gd name="adj" fmla="val 9615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352544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second target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914400" y="4764024"/>
            <a:ext cx="21031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" y="482803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SelectItems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3017520" y="4764024"/>
            <a:ext cx="297180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90672" y="4828032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knapsack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989320" y="4764024"/>
            <a:ext cx="5074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62472" y="4828032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new family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914400" y="5239512"/>
            <a:ext cx="2103120" cy="475488"/>
          </a:xfrm>
          <a:prstGeom prst="rect">
            <a:avLst>
              <a:gd name="adj" fmla="val 9615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7552" y="53035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SplitOrders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3017520" y="5239512"/>
            <a:ext cx="2971800" cy="475488"/>
          </a:xfrm>
          <a:prstGeom prst="rect">
            <a:avLst>
              <a:gd name="adj" fmla="val 9615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90672" y="5303520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Mixer split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5989320" y="5239512"/>
            <a:ext cx="5074920" cy="475488"/>
          </a:xfrm>
          <a:prstGeom prst="rect">
            <a:avLst>
              <a:gd name="adj" fmla="val 9615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5303520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greenfield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InsertShips 是唯一稳定性能提升线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7839" cy="0"/>
          </a:xfrm>
          <a:prstGeom prst="line">
            <a:avLst>
              <a:gd name="adj" fmla="val Infinity"/>
            </a:avLst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28232"/>
            <a:ext cx="11057839" cy="0"/>
          </a:xfrm>
          <a:prstGeom prst="line">
            <a:avLst>
              <a:gd name="adj" fmla="val Infinity"/>
            </a:avLst>
          </a:prstGeom>
          <a:solidFill>
            <a:srgbClr val="D7DEE8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Sources: weekly; gen8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444752"/>
            <a:ext cx="1965960" cy="1024128"/>
          </a:xfrm>
          <a:prstGeom prst="roundRect">
            <a:avLst>
              <a:gd name="adj" fmla="val 4464"/>
            </a:avLst>
          </a:prstGeom>
          <a:solidFill>
            <a:srgbClr val="EAF7EF"/>
          </a:solidFill>
          <a:ln w="7620">
            <a:solidFill>
              <a:srgbClr val="EAF7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44752"/>
            <a:ext cx="64008" cy="1024128"/>
          </a:xfrm>
          <a:prstGeom prst="rect">
            <a:avLst>
              <a:gd name="adj" fmla="val 71429"/>
            </a:avLst>
          </a:prstGeom>
          <a:solidFill>
            <a:srgbClr val="15803D"/>
          </a:solidFill>
          <a:ln w="762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91056"/>
            <a:ext cx="1655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-61.5%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d50 best reduction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005840" y="2231136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713.52 -&gt; 274.90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971800" y="1444752"/>
            <a:ext cx="1965960" cy="1024128"/>
          </a:xfrm>
          <a:prstGeom prst="roundRect">
            <a:avLst>
              <a:gd name="adj" fmla="val 4464"/>
            </a:avLst>
          </a:prstGeom>
          <a:solidFill>
            <a:srgbClr val="EAF0FF"/>
          </a:solidFill>
          <a:ln w="7620">
            <a:solidFill>
              <a:srgbClr val="EAF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1444752"/>
            <a:ext cx="64008" cy="1024128"/>
          </a:xfrm>
          <a:prstGeom prst="rect">
            <a:avLst>
              <a:gd name="adj" fmla="val 71429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591056"/>
            <a:ext cx="1655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-51.6%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54680" y="201168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d75 best reduction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154680" y="2231136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549.48 -&gt; 266.06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5303520" y="1444752"/>
            <a:ext cx="5532120" cy="1024128"/>
          </a:xfrm>
          <a:prstGeom prst="roundRect">
            <a:avLst>
              <a:gd name="adj" fmla="val 4464"/>
            </a:avLst>
          </a:prstGeom>
          <a:solidFill>
            <a:srgbClr val="FFF3E6"/>
          </a:solidFill>
          <a:ln w="7620">
            <a:solidFill>
              <a:srgbClr val="FBD3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9552" y="16459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Boundary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29400" y="16276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Only InsertShips has formal lift evidence; all new targets remain smoke-only.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822960" y="2907792"/>
            <a:ext cx="99669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7620">
            <a:solidFill>
              <a:srgbClr val="E7EC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154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10128" y="31546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d50 median ΔJ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13248" y="31546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d75 median ΔJ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818120" y="31546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Interpretation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0120" y="36758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API-only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3383280" y="36758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-95.44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5486400" y="36758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0.00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909560" y="365760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 w="762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64424" y="3726180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d50 win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60120" y="4096512"/>
            <a:ext cx="9235440" cy="0"/>
          </a:xfrm>
          <a:prstGeom prst="line">
            <a:avLst>
              <a:gd name="adj" fmla="val Infinity"/>
            </a:avLst>
          </a:prstGeom>
          <a:solidFill>
            <a:srgbClr val="EEF2F7"/>
          </a:solidFill>
          <a:ln w="7620">
            <a:solidFill>
              <a:srgbClr val="EEF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3708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History-RAG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3383280" y="43708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+97.15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5486400" y="43708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-134.52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7909560" y="4352544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64424" y="4421124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d75 win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60120" y="4791456"/>
            <a:ext cx="9235440" cy="0"/>
          </a:xfrm>
          <a:prstGeom prst="line">
            <a:avLst>
              <a:gd name="adj" fmla="val Infinity"/>
            </a:avLst>
          </a:prstGeom>
          <a:solidFill>
            <a:srgbClr val="EEF2F7"/>
          </a:solidFill>
          <a:ln w="7620">
            <a:solidFill>
              <a:srgbClr val="EEF2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5778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Read: density branch matters. API-only wins d50; History-RAG wins d75.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 层 context 已修复，后续补 domain knowledge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7839" cy="0"/>
          </a:xfrm>
          <a:prstGeom prst="line">
            <a:avLst>
              <a:gd name="adj" fmla="val Infinity"/>
            </a:avLst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28232"/>
            <a:ext cx="11057839" cy="0"/>
          </a:xfrm>
          <a:prstGeom prst="line">
            <a:avLst>
              <a:gd name="adj" fmla="val Infinity"/>
            </a:avLst>
          </a:prstGeom>
          <a:solidFill>
            <a:srgbClr val="D7DEE8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Sources: weekly; gen8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1508760" cy="512064"/>
          </a:xfrm>
          <a:prstGeom prst="rect">
            <a:avLst>
              <a:gd name="adj" fmla="val 8929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81328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286000" y="1417320"/>
            <a:ext cx="2057400" cy="512064"/>
          </a:xfrm>
          <a:prstGeom prst="rect">
            <a:avLst>
              <a:gd name="adj" fmla="val 8929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1481328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Before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1691640" cy="512064"/>
          </a:xfrm>
          <a:prstGeom prst="rect">
            <a:avLst>
              <a:gd name="adj" fmla="val 8929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148132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5257800" cy="512064"/>
          </a:xfrm>
          <a:prstGeom prst="rect">
            <a:avLst>
              <a:gd name="adj" fmla="val 8929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481328"/>
            <a:ext cx="5111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Global items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77240" y="1929384"/>
            <a:ext cx="1508760" cy="512064"/>
          </a:xfrm>
          <a:prstGeom prst="rect">
            <a:avLst>
              <a:gd name="adj" fmla="val 8929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1993392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InsertShips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2286000" y="1929384"/>
            <a:ext cx="2057400" cy="512064"/>
          </a:xfrm>
          <a:prstGeom prst="rect">
            <a:avLst>
              <a:gd name="adj" fmla="val 8929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9152" y="1993392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ready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343400" y="1929384"/>
            <a:ext cx="1691640" cy="512064"/>
          </a:xfrm>
          <a:prstGeom prst="rect">
            <a:avLst>
              <a:gd name="adj" fmla="val 8929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1993392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974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035040" y="1929384"/>
            <a:ext cx="5257800" cy="512064"/>
          </a:xfrm>
          <a:prstGeom prst="rect">
            <a:avLst>
              <a:gd name="adj" fmla="val 8929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1993392"/>
            <a:ext cx="5111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skeleton + failures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77240" y="2441448"/>
            <a:ext cx="1508760" cy="512064"/>
          </a:xfrm>
          <a:prstGeom prst="rect">
            <a:avLst>
              <a:gd name="adj" fmla="val 8929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2505456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Optimization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2286000" y="2441448"/>
            <a:ext cx="2057400" cy="512064"/>
          </a:xfrm>
          <a:prstGeom prst="rect">
            <a:avLst>
              <a:gd name="adj" fmla="val 8929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59152" y="2505456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binding gap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343400" y="2441448"/>
            <a:ext cx="1691640" cy="512064"/>
          </a:xfrm>
          <a:prstGeom prst="rect">
            <a:avLst>
              <a:gd name="adj" fmla="val 8929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6552" y="2505456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911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035040" y="2441448"/>
            <a:ext cx="5257800" cy="512064"/>
          </a:xfrm>
          <a:prstGeom prst="rect">
            <a:avLst>
              <a:gd name="adj" fmla="val 8929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2505456"/>
            <a:ext cx="5111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skeleton + failures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777240" y="2953512"/>
            <a:ext cx="1508760" cy="512064"/>
          </a:xfrm>
          <a:prstGeom prst="rect">
            <a:avLst>
              <a:gd name="adj" fmla="val 8929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" y="3017520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SelectItems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2286000" y="2953512"/>
            <a:ext cx="2057400" cy="512064"/>
          </a:xfrm>
          <a:prstGeom prst="rect">
            <a:avLst>
              <a:gd name="adj" fmla="val 8929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59152" y="3017520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missing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4343400" y="2953512"/>
            <a:ext cx="1691640" cy="512064"/>
          </a:xfrm>
          <a:prstGeom prst="rect">
            <a:avLst>
              <a:gd name="adj" fmla="val 8929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16552" y="3017520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870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035040" y="2953512"/>
            <a:ext cx="5257800" cy="512064"/>
          </a:xfrm>
          <a:prstGeom prst="rect">
            <a:avLst>
              <a:gd name="adj" fmla="val 8929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8192" y="3017520"/>
            <a:ext cx="5111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knapsack skeleton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77240" y="3465576"/>
            <a:ext cx="1508760" cy="512064"/>
          </a:xfrm>
          <a:prstGeom prst="rect">
            <a:avLst>
              <a:gd name="adj" fmla="val 8929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" y="3529584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SplitOrders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2286000" y="3465576"/>
            <a:ext cx="2057400" cy="512064"/>
          </a:xfrm>
          <a:prstGeom prst="rect">
            <a:avLst>
              <a:gd name="adj" fmla="val 8929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59152" y="3529584"/>
            <a:ext cx="1911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greenfield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4343400" y="3465576"/>
            <a:ext cx="1691640" cy="512064"/>
          </a:xfrm>
          <a:prstGeom prst="rect">
            <a:avLst>
              <a:gd name="adj" fmla="val 8929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6552" y="3529584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949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6035040" y="3465576"/>
            <a:ext cx="5257800" cy="512064"/>
          </a:xfrm>
          <a:prstGeom prst="rect">
            <a:avLst>
              <a:gd name="adj" fmla="val 8929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08192" y="3529584"/>
            <a:ext cx="5111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mixer skeleton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914400" y="4160520"/>
            <a:ext cx="2514600" cy="1024128"/>
          </a:xfrm>
          <a:prstGeom prst="roundRect">
            <a:avLst>
              <a:gd name="adj" fmla="val 4464"/>
            </a:avLst>
          </a:prstGeom>
          <a:solidFill>
            <a:srgbClr val="EAF0FF"/>
          </a:solidFill>
          <a:ln w="7620">
            <a:solidFill>
              <a:srgbClr val="EAF0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4400" y="4160520"/>
            <a:ext cx="64008" cy="1024128"/>
          </a:xfrm>
          <a:prstGeom prst="rect">
            <a:avLst>
              <a:gd name="adj" fmla="val 71429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7280" y="430682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tag alias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1097280" y="47274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Root cause corrected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3749040" y="4160520"/>
            <a:ext cx="2514600" cy="1024128"/>
          </a:xfrm>
          <a:prstGeom prst="roundRect">
            <a:avLst>
              <a:gd name="adj" fmla="val 4464"/>
            </a:avLst>
          </a:prstGeom>
          <a:solidFill>
            <a:srgbClr val="EAF7EF"/>
          </a:solidFill>
          <a:ln w="7620">
            <a:solidFill>
              <a:srgbClr val="EAF7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49040" y="4160520"/>
            <a:ext cx="64008" cy="1024128"/>
          </a:xfrm>
          <a:prstGeom prst="rect">
            <a:avLst>
              <a:gd name="adj" fmla="val 71429"/>
            </a:avLst>
          </a:prstGeom>
          <a:solidFill>
            <a:srgbClr val="15803D"/>
          </a:solidFill>
          <a:ln w="7620">
            <a:solidFill>
              <a:srgbClr val="1580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0" y="430682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EOH_RAG_CONTEXT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3931920" y="47274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path fixed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6583680" y="4160520"/>
            <a:ext cx="2514600" cy="1024128"/>
          </a:xfrm>
          <a:prstGeom prst="roundRect">
            <a:avLst>
              <a:gd name="adj" fmla="val 4464"/>
            </a:avLst>
          </a:prstGeom>
          <a:solidFill>
            <a:srgbClr val="FFF3E6"/>
          </a:solidFill>
          <a:ln w="7620">
            <a:solidFill>
              <a:srgbClr val="FFF3E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83680" y="4160520"/>
            <a:ext cx="64008" cy="1024128"/>
          </a:xfrm>
          <a:prstGeom prst="rect">
            <a:avLst>
              <a:gd name="adj" fmla="val 71429"/>
            </a:avLst>
          </a:prstGeom>
          <a:solidFill>
            <a:srgbClr val="EA580C"/>
          </a:solidFill>
          <a:ln w="7620">
            <a:solidFill>
              <a:srgbClr val="EA580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0" y="430682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allowlist env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6766560" y="47274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Security hardening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Knapsack 和 Mixer 已跑通，但 best 仍为 seed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7839" cy="0"/>
          </a:xfrm>
          <a:prstGeom prst="line">
            <a:avLst>
              <a:gd name="adj" fmla="val Infinity"/>
            </a:avLst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Smoke proves portability, not superiority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6428232"/>
            <a:ext cx="11057839" cy="0"/>
          </a:xfrm>
          <a:prstGeom prst="line">
            <a:avLst>
              <a:gd name="adj" fmla="val Infinity"/>
            </a:avLst>
          </a:prstGeom>
          <a:solidFill>
            <a:srgbClr val="D7DEE8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Sources: weekly; gen8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15568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444752"/>
            <a:ext cx="2057400" cy="566928"/>
          </a:xfrm>
          <a:prstGeom prst="rect">
            <a:avLst>
              <a:gd name="adj" fmla="val 8065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08760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2834640" y="1444752"/>
            <a:ext cx="1828800" cy="566928"/>
          </a:xfrm>
          <a:prstGeom prst="rect">
            <a:avLst>
              <a:gd name="adj" fmla="val 8065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150876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Arm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4663440" y="1444752"/>
            <a:ext cx="731520" cy="566928"/>
          </a:xfrm>
          <a:prstGeom prst="rect">
            <a:avLst>
              <a:gd name="adj" fmla="val 8065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50876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Valid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5394960" y="1444752"/>
            <a:ext cx="2148840" cy="566928"/>
          </a:xfrm>
          <a:prstGeom prst="rect">
            <a:avLst>
              <a:gd name="adj" fmla="val 8065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150876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Best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543800" y="1444752"/>
            <a:ext cx="4023360" cy="566928"/>
          </a:xfrm>
          <a:prstGeom prst="rect">
            <a:avLst>
              <a:gd name="adj" fmla="val 8065"/>
            </a:avLst>
          </a:prstGeom>
          <a:solidFill>
            <a:srgbClr val="061A2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1508760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Verdict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777240" y="2011680"/>
            <a:ext cx="205740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2075688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Optimization d50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2834640" y="2011680"/>
            <a:ext cx="182880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07792" y="207568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Base / Hist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4663440" y="2011680"/>
            <a:ext cx="73152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2075688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394960" y="2011680"/>
            <a:ext cx="214884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2075688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713.52 seed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543800" y="2011680"/>
            <a:ext cx="402336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16952" y="2075688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runs; no lift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77240" y="2578608"/>
            <a:ext cx="2057400" cy="566928"/>
          </a:xfrm>
          <a:prstGeom prst="rect">
            <a:avLst>
              <a:gd name="adj" fmla="val 8065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2642616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Knapsack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834640" y="2578608"/>
            <a:ext cx="1828800" cy="566928"/>
          </a:xfrm>
          <a:prstGeom prst="rect">
            <a:avLst>
              <a:gd name="adj" fmla="val 8065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07792" y="264261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Base / API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4663440" y="2578608"/>
            <a:ext cx="731520" cy="566928"/>
          </a:xfrm>
          <a:prstGeom prst="rect">
            <a:avLst>
              <a:gd name="adj" fmla="val 8065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2642616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5394960" y="2578608"/>
            <a:ext cx="2148840" cy="566928"/>
          </a:xfrm>
          <a:prstGeom prst="rect">
            <a:avLst>
              <a:gd name="adj" fmla="val 8065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68112" y="2642616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value 283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7543800" y="2578608"/>
            <a:ext cx="4023360" cy="566928"/>
          </a:xfrm>
          <a:prstGeom prst="rect">
            <a:avLst>
              <a:gd name="adj" fmla="val 8065"/>
            </a:avLst>
          </a:prstGeom>
          <a:solidFill>
            <a:srgbClr val="F8FAFC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16952" y="2642616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seed best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777240" y="3145536"/>
            <a:ext cx="205740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" y="3209544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Mixer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834640" y="3145536"/>
            <a:ext cx="182880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07792" y="320954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Base / API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4663440" y="3145536"/>
            <a:ext cx="73152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3209544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394960" y="3145536"/>
            <a:ext cx="214884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68112" y="3209544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cost 175.01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7543800" y="3145536"/>
            <a:ext cx="402336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16952" y="3209544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seed best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914400" y="3977640"/>
            <a:ext cx="10332720" cy="960120"/>
          </a:xfrm>
          <a:prstGeom prst="roundRect">
            <a:avLst>
              <a:gd name="adj" fmla="val 4762"/>
            </a:avLst>
          </a:prstGeom>
          <a:solidFill>
            <a:srgbClr val="FFF3E6"/>
          </a:solidFill>
          <a:ln w="7620">
            <a:solidFill>
              <a:srgbClr val="FBD38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70432" y="431596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汇报措辞：真实 LLM smoke 已证明链路和 context 注入；尚不支持性能提升。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下周应转向 skill cards 和多实例评估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66928" y="987552"/>
            <a:ext cx="11057839" cy="0"/>
          </a:xfrm>
          <a:prstGeom prst="line">
            <a:avLst>
              <a:gd name="adj" fmla="val Infinity"/>
            </a:avLst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Decision-ready next steps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6428232"/>
            <a:ext cx="11057839" cy="0"/>
          </a:xfrm>
          <a:prstGeom prst="line">
            <a:avLst>
              <a:gd name="adj" fmla="val Infinity"/>
            </a:avLst>
          </a:prstGeom>
          <a:solidFill>
            <a:srgbClr val="D7DEE8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9224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Sources: weekly; gen8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15568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8680" y="1453896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 w="762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1522476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4592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Knapsack smoke rerun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800600" y="143560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 skeleton 注入；扩到 3-5 instances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1645920" y="1947672"/>
            <a:ext cx="9601200" cy="0"/>
          </a:xfrm>
          <a:prstGeom prst="line">
            <a:avLst>
              <a:gd name="adj" fmla="val Infinity"/>
            </a:avLst>
          </a:prstGeom>
          <a:solidFill>
            <a:srgbClr val="EEF2F7"/>
          </a:solidFill>
          <a:ln w="762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203704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 w="762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227228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45920" y="2167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Mixer baseline/API smoke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800600" y="2185416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 generated code build/evaluator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1645920" y="2697480"/>
            <a:ext cx="9601200" cy="0"/>
          </a:xfrm>
          <a:prstGeom prst="line">
            <a:avLst>
              <a:gd name="adj" fmla="val Infinity"/>
            </a:avLst>
          </a:prstGeom>
          <a:solidFill>
            <a:srgbClr val="EEF2F7"/>
          </a:solidFill>
          <a:ln w="762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2953512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762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02209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45920" y="29169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Domain skill cards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800600" y="2935224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 constraints、examples、failure cases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1645920" y="3447288"/>
            <a:ext cx="9601200" cy="0"/>
          </a:xfrm>
          <a:prstGeom prst="line">
            <a:avLst>
              <a:gd name="adj" fmla="val Infinity"/>
            </a:avLst>
          </a:prstGeom>
          <a:solidFill>
            <a:srgbClr val="EEF2F7"/>
          </a:solidFill>
          <a:ln w="762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370332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762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" y="3771900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45920" y="36667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Optimization guard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4800600" y="3685032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 ship-id multiset guard 再解释 lift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1645920" y="4197096"/>
            <a:ext cx="9601200" cy="0"/>
          </a:xfrm>
          <a:prstGeom prst="line">
            <a:avLst>
              <a:gd name="adj" fmla="val Infinity"/>
            </a:avLst>
          </a:prstGeom>
          <a:solidFill>
            <a:srgbClr val="EEF2F7"/>
          </a:solidFill>
          <a:ln w="762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4453128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" y="4521708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645920" y="44165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Reporting package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4800600" y="443484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所有表格分开 formal vs smoke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1645920" y="4946904"/>
            <a:ext cx="9601200" cy="0"/>
          </a:xfrm>
          <a:prstGeom prst="line">
            <a:avLst>
              <a:gd name="adj" fmla="val Infinity"/>
            </a:avLst>
          </a:prstGeom>
          <a:solidFill>
            <a:srgbClr val="EEF2F7"/>
          </a:solidFill>
          <a:ln w="7620">
            <a:solidFill>
              <a:srgbClr val="EEF2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5623560"/>
            <a:ext cx="10698480" cy="530352"/>
          </a:xfrm>
          <a:prstGeom prst="roundRect">
            <a:avLst>
              <a:gd name="adj" fmla="val 8621"/>
            </a:avLst>
          </a:prstGeom>
          <a:solidFill>
            <a:srgbClr val="EAF0FF"/>
          </a:solidFill>
          <a:ln w="7620">
            <a:solidFill>
              <a:srgbClr val="C7D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5797296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61A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Takeaway: harness 已能迁移；下一阶段瓶颈是 target knowledge 和 evaluator breadth。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Local research workspace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C+L+V Harness Weekly Showcase - Polished</dc:title>
  <dc:subject>C+L+V harness weekly showcase polished</dc:subject>
  <dc:creator>Codex</dc:creator>
  <cp:lastModifiedBy>Codex</cp:lastModifiedBy>
  <cp:revision>1</cp:revision>
  <dcterms:created xsi:type="dcterms:W3CDTF">2026-06-04T05:52:40Z</dcterms:created>
  <dcterms:modified xsi:type="dcterms:W3CDTF">2026-06-04T05:52:40Z</dcterms:modified>
</cp:coreProperties>
</file>