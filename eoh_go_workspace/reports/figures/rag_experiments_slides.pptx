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对 EOH-InsertShips 搜索效果的影响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消融实验：上下文注入能否提升 LLM 生成的 VRP 启发式算法？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JoyAI-LLM-Pro | Solomon RC101-102 | 2026-05-27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EOH 演化优化 + RAG 检索增强生成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54864" cy="411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研究问题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核心问题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在 LLM 生成 VRP insertShips() 函数时，注入不同类型的检索上下文能否提高搜索效果？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子问题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1. 注入文献算法伪代码（ nearest_insertion、savings 等）是否有效？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2. 仅注入 API 约束（API skeleton + failure guard）是否足够？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3. 注入历史编译通过的 Go 代码样本是否有效？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4. 知识库粒度（宏观文献 vs 代码级样本）是否是决定性因素？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54864" cy="411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实验配置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640080"/>
                <a:gridCol w="822960"/>
                <a:gridCol w="548640"/>
                <a:gridCol w="548640"/>
                <a:gridCol w="73152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配置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RAG模式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top_k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字符数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gen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重复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知识来源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Full RAG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literature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5篇文献伪代码 + API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API-only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literature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API骨架 + 防护规则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</a:rPr>
                        <a:t>History-RAG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history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10个Go代码 + API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固定参数：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数据集 RC101-102 d50+d75，模型 JoyAI-LLM-Pro，arrival_scale=1.0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RC102-d75 排除：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种子不一致 bug（350 vs 383）| RC103 排除：seed_J=null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54864" cy="411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结果：RC101-d50（seed_J = 713.52）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48640"/>
                <a:gridCol w="1097280"/>
                <a:gridCol w="1097280"/>
                <a:gridCol w="1097280"/>
                <a:gridCol w="731520"/>
                <a:gridCol w="7315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配置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轮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基线_J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RAG_J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ΔJ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基线_v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RAG_v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Full RAG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660.73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713.52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+52.79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API-only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660.73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660.73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API-only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660.73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565.29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−95.44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API-only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604.59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316.84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−287.75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History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258.34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660.73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+402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History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604.59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566.01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−38.58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History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604.59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6A34A"/>
                </a:solidFill>
              </a:rPr>
              <a:t>最优：API-only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中位数 ΔJ = −95.44，2/3 改善 | Full RAG 退化（+52.79） | History 混合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54864" cy="411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结果：RC101-d75（seed_J = 549.48）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48640"/>
                <a:gridCol w="1097280"/>
                <a:gridCol w="1097280"/>
                <a:gridCol w="1097280"/>
                <a:gridCol w="731520"/>
                <a:gridCol w="7315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配置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轮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基线_J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RAG_J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ΔJ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基线_v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RAG_v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Full RAG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200.19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549.48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+349.30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API-only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365.92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549.48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+183.56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API-only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409.39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376.70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−32.69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API-only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376.70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376.70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History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549.48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274.34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−275.14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History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549.48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549.48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History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456.43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321.91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−134.52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F766E"/>
                </a:solidFill>
              </a:rPr>
              <a:t>最优：History-RAG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中位数 ΔJ = −134.52，2/3 改善 | Full RAG 严重退化（+349，pass@4→1）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54864" cy="411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核心发现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8686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文献策略卡片导致性能退化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RAG 在所有可比较 cell 上 ΔJ ≥ 0，d75 上 valid 从 4 降到 1。宏观 VRP 伪代码与 Go 函数粒度不匹配。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7863840" cy="8686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402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API-only 在中等密度上最优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RC101-d50 上中位数 ΔJ = −95.44（2/3 改善，0/3 退化）。API 骨架 + 防护规则足够了。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7863840" cy="8686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918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History-RAG 在高密度上最优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RC101-d75 上中位数 ΔJ = −134.52（2/3 改善，0/3 退化）。高密度下代码级参考例子至关重要。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DC2626"/>
                </a:solidFill>
              </a:rPr>
              <a:t>找到的 bug：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history-RAG 在修复前从未真正工作——strategy_pool 只取 algorithm_card，忽略了 code_example（runner.py:119）。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54864" cy="411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密度分支效应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RAG 模式的最优选择取决于问题密度：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RC101-d50（密度 = 50%）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API-only ≥ History-RAG &gt; Baseline &gt; Full RAG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 API 骨架足够——代码例子可能分散注意力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RC101-d75（密度 = 75%）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History-RAG &gt; API-only &gt; Baseline &gt; Full RAG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 LLM 需要 Go 代码参考来处理复杂密度路由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启示：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知识粒度是关键。知识必须与目标代码接口层次对齐（函数 → Go 代码，不是宏观 → 算法伪代码）。文献卡片太抽象了。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54864" cy="411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下一步（优先级排序）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28016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2801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修复 RC102-d75 种子不一致 bug，重新纳入 3-cell 标准 grid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847088"/>
            <a:ext cx="786384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938528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38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93852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验证密度分支效应：增加 RC101-d25 和 RC201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505456"/>
            <a:ext cx="786384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596896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5968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59689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深度演化实验（gen=5-8），让 EOH 真正进化出更好的启发式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163824"/>
            <a:ext cx="786384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255264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55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25526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LLM 自生成 InsertShips 级别的微策略卡片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822192"/>
            <a:ext cx="786384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913632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913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91363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公平对比（阻塞：需要 API key）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DC2626"/>
                </a:solidFill>
              </a:rPr>
              <a:t>不再投入：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文献策略卡片（明确的负证据）、RC103（评测不稳定）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" cy="3657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API-only 是中等密度上最稳定的改进方案（d50，ΔJ = −95）。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History 代码例子在高密度上提供额外的增益（d75，ΔJ = −134）。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文献策略卡片损害性能——粒度不匹配。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知识注入成功的先决条件：上下文粒度与目标代码接口层次对齐。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EOH 是工具。RAG 是加速器。粒度是关键。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对 EOH-InsertShips 搜索效果的消融实验</dc:title>
  <dc:subject>PptxGenJS Presentation</dc:subject>
  <dc:creator>EOH 实验报告</dc:creator>
  <cp:lastModifiedBy>EOH 实验报告</cp:lastModifiedBy>
  <cp:revision>1</cp:revision>
  <dcterms:created xsi:type="dcterms:W3CDTF">2026-05-27T12:56:25Z</dcterms:created>
  <dcterms:modified xsi:type="dcterms:W3CDTF">2026-05-27T12:56:25Z</dcterms:modified>
</cp:coreProperties>
</file>