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cf71b4a2ec4720" /><Relationship Type="http://schemas.openxmlformats.org/officeDocument/2006/relationships/extended-properties" Target="/docProps/app.xml" Id="Rc4e18594f5ee4adb" /><Relationship Type="http://schemas.openxmlformats.org/officeDocument/2006/relationships/officeDocument" Target="/ppt/presentation.xml" Id="R5f8174a11f6b47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42e8867f3d4a23"/>
  </p:sldMasterIdLst>
  <p:notesMasterIdLst>
    <p:notesMasterId xmlns:r="http://schemas.openxmlformats.org/officeDocument/2006/relationships" r:id="Racbb96d3b1324d06"/>
  </p:notesMasterIdLst>
  <p:sldIdLst>
    <p:sldId xmlns:r="http://schemas.openxmlformats.org/officeDocument/2006/relationships" id="256" r:id="R62a6fbf9a92d4c45"/>
    <p:sldId xmlns:r="http://schemas.openxmlformats.org/officeDocument/2006/relationships" id="257" r:id="Rb30da3b9eccc4989"/>
    <p:sldId xmlns:r="http://schemas.openxmlformats.org/officeDocument/2006/relationships" id="258" r:id="Rb848f1dee0cb4ec2"/>
    <p:sldId xmlns:r="http://schemas.openxmlformats.org/officeDocument/2006/relationships" id="259" r:id="Rcf38b34708a1477f"/>
    <p:sldId xmlns:r="http://schemas.openxmlformats.org/officeDocument/2006/relationships" id="260" r:id="Rb804ccf6b9184651"/>
    <p:sldId xmlns:r="http://schemas.openxmlformats.org/officeDocument/2006/relationships" id="261" r:id="R525bf634731f421e"/>
    <p:sldId xmlns:r="http://schemas.openxmlformats.org/officeDocument/2006/relationships" id="262" r:id="R6c84ecfade3446ba"/>
    <p:sldId xmlns:r="http://schemas.openxmlformats.org/officeDocument/2006/relationships" id="263" r:id="Rd79470af0904425f"/>
    <p:sldId xmlns:r="http://schemas.openxmlformats.org/officeDocument/2006/relationships" id="264" r:id="R625d28dcbc9947ee"/>
    <p:sldId xmlns:r="http://schemas.openxmlformats.org/officeDocument/2006/relationships" id="265" r:id="R01954fc13e0e416f"/>
    <p:sldId xmlns:r="http://schemas.openxmlformats.org/officeDocument/2006/relationships" id="266" r:id="R876dd3da62564b8b"/>
    <p:sldId xmlns:r="http://schemas.openxmlformats.org/officeDocument/2006/relationships" id="267" r:id="R4fa77746892b48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295c69838f43a5" /><Relationship Type="http://schemas.openxmlformats.org/officeDocument/2006/relationships/slideMaster" Target="/ppt/slideMasters/slideMaster1.xml" Id="R9342e8867f3d4a23" /><Relationship Type="http://schemas.openxmlformats.org/officeDocument/2006/relationships/notesMaster" Target="/ppt/notesMasters/notesMaster1.xml" Id="Racbb96d3b1324d06" /><Relationship Type="http://schemas.openxmlformats.org/officeDocument/2006/relationships/presProps" Target="/ppt/presProps.xml" Id="R816ae60d68684391" /><Relationship Type="http://schemas.openxmlformats.org/officeDocument/2006/relationships/tableStyles" Target="/ppt/tableStyles.xml" Id="R441d288219744afa" /><Relationship Type="http://schemas.openxmlformats.org/officeDocument/2006/relationships/slide" Target="/ppt/slides/slide1.xml" Id="R62a6fbf9a92d4c45" /><Relationship Type="http://schemas.openxmlformats.org/officeDocument/2006/relationships/slide" Target="/ppt/slides/slide2.xml" Id="Rb30da3b9eccc4989" /><Relationship Type="http://schemas.openxmlformats.org/officeDocument/2006/relationships/slide" Target="/ppt/slides/slide3.xml" Id="Rb848f1dee0cb4ec2" /><Relationship Type="http://schemas.openxmlformats.org/officeDocument/2006/relationships/slide" Target="/ppt/slides/slide4.xml" Id="Rcf38b34708a1477f" /><Relationship Type="http://schemas.openxmlformats.org/officeDocument/2006/relationships/slide" Target="/ppt/slides/slide5.xml" Id="Rb804ccf6b9184651" /><Relationship Type="http://schemas.openxmlformats.org/officeDocument/2006/relationships/slide" Target="/ppt/slides/slide6.xml" Id="R525bf634731f421e" /><Relationship Type="http://schemas.openxmlformats.org/officeDocument/2006/relationships/slide" Target="/ppt/slides/slide7.xml" Id="R6c84ecfade3446ba" /><Relationship Type="http://schemas.openxmlformats.org/officeDocument/2006/relationships/slide" Target="/ppt/slides/slide8.xml" Id="Rd79470af0904425f" /><Relationship Type="http://schemas.openxmlformats.org/officeDocument/2006/relationships/slide" Target="/ppt/slides/slide9.xml" Id="R625d28dcbc9947ee" /><Relationship Type="http://schemas.openxmlformats.org/officeDocument/2006/relationships/slide" Target="/ppt/slides/slide10.xml" Id="R01954fc13e0e416f" /><Relationship Type="http://schemas.openxmlformats.org/officeDocument/2006/relationships/slide" Target="/ppt/slides/slide11.xml" Id="R876dd3da62564b8b" /><Relationship Type="http://schemas.openxmlformats.org/officeDocument/2006/relationships/slide" Target="/ppt/slides/slide12.xml" Id="R4fa77746892b48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b5cd88db5845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50d20333104629" /><Relationship Type="http://schemas.openxmlformats.org/officeDocument/2006/relationships/notesMaster" Target="/ppt/notesMasters/notesMaster1.xml" Id="R7236865718054a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7a0cf4aa494859" /><Relationship Type="http://schemas.openxmlformats.org/officeDocument/2006/relationships/notesMaster" Target="/ppt/notesMasters/notesMaster1.xml" Id="R0274b79dad5d4b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df685c4bfb469c" /><Relationship Type="http://schemas.openxmlformats.org/officeDocument/2006/relationships/notesMaster" Target="/ppt/notesMasters/notesMaster1.xml" Id="R677e1ec1919040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79ffe2c6564528" /><Relationship Type="http://schemas.openxmlformats.org/officeDocument/2006/relationships/notesMaster" Target="/ppt/notesMasters/notesMaster1.xml" Id="Rdf5fb7f721764b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88bc5bc1fe49b7" /><Relationship Type="http://schemas.openxmlformats.org/officeDocument/2006/relationships/notesMaster" Target="/ppt/notesMasters/notesMaster1.xml" Id="Re2900bd5ca4a41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15969aba2b475f" /><Relationship Type="http://schemas.openxmlformats.org/officeDocument/2006/relationships/notesMaster" Target="/ppt/notesMasters/notesMaster1.xml" Id="Ra12c57728e984c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ef29c74eed4e54" /><Relationship Type="http://schemas.openxmlformats.org/officeDocument/2006/relationships/notesMaster" Target="/ppt/notesMasters/notesMaster1.xml" Id="R3da024c2aceb48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4748b112ee4dc9" /><Relationship Type="http://schemas.openxmlformats.org/officeDocument/2006/relationships/notesMaster" Target="/ppt/notesMasters/notesMaster1.xml" Id="Rdf98f555954345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880d34d5434767" /><Relationship Type="http://schemas.openxmlformats.org/officeDocument/2006/relationships/notesMaster" Target="/ppt/notesMasters/notesMaster1.xml" Id="R2ecf58fe57c642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7104e1b6e942e7" /><Relationship Type="http://schemas.openxmlformats.org/officeDocument/2006/relationships/notesMaster" Target="/ppt/notesMasters/notesMaster1.xml" Id="Rf05575682c6e4a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00c2299a764b1f" /><Relationship Type="http://schemas.openxmlformats.org/officeDocument/2006/relationships/notesMaster" Target="/ppt/notesMasters/notesMaster1.xml" Id="Rbf6531f944d94c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4aed41439442a4" /><Relationship Type="http://schemas.openxmlformats.org/officeDocument/2006/relationships/notesMaster" Target="/ppt/notesMasters/notesMaster1.xml" Id="Re696c4dcf1294f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c605a81cc4f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328417ad2b43ca" /><Relationship Type="http://schemas.openxmlformats.org/officeDocument/2006/relationships/slideLayout" Target="/ppt/slideLayouts/slideLayout1.xml" Id="R7f2357d6159848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2357d6159848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7e8a3489f42e5" /><Relationship Type="http://schemas.openxmlformats.org/officeDocument/2006/relationships/notesSlide" Target="/ppt/notesSlides/notesSlide1.xml" Id="Rcb2326cc10b84d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410e6f37d46e9" /><Relationship Type="http://schemas.openxmlformats.org/officeDocument/2006/relationships/notesSlide" Target="/ppt/notesSlides/notesSlide2.xml" Id="R3db20641e78d43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17c3d65dc4324" /><Relationship Type="http://schemas.openxmlformats.org/officeDocument/2006/relationships/image" Target="/ppt/media/image.png" Id="R5583ba46a2a94b40" /><Relationship Type="http://schemas.openxmlformats.org/officeDocument/2006/relationships/notesSlide" Target="/ppt/notesSlides/notesSlide3.xml" Id="Rdb3b9b0aedb643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3d230560c479c" /><Relationship Type="http://schemas.openxmlformats.org/officeDocument/2006/relationships/notesSlide" Target="/ppt/notesSlides/notesSlide4.xml" Id="R44075e8514b84a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75bce973c446c" /><Relationship Type="http://schemas.openxmlformats.org/officeDocument/2006/relationships/notesSlide" Target="/ppt/notesSlides/notesSlide5.xml" Id="Rcdef876bfe4b43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13f1c223c4a9d" /><Relationship Type="http://schemas.openxmlformats.org/officeDocument/2006/relationships/notesSlide" Target="/ppt/notesSlides/notesSlide6.xml" Id="R1189b37104c04e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262f32d2f411a" /><Relationship Type="http://schemas.openxmlformats.org/officeDocument/2006/relationships/notesSlide" Target="/ppt/notesSlides/notesSlide7.xml" Id="Rb39dce0b1e774c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b6b05f2a84017" /><Relationship Type="http://schemas.openxmlformats.org/officeDocument/2006/relationships/notesSlide" Target="/ppt/notesSlides/notesSlide8.xml" Id="R06d0143556964a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fe8d150894c77" /><Relationship Type="http://schemas.openxmlformats.org/officeDocument/2006/relationships/notesSlide" Target="/ppt/notesSlides/notesSlide9.xml" Id="R4f1d8138676449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a2b98d5e74e9b" /><Relationship Type="http://schemas.openxmlformats.org/officeDocument/2006/relationships/notesSlide" Target="/ppt/notesSlides/notesSlide10.xml" Id="R884335be0c7d4a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16cc6b8684c8a" /><Relationship Type="http://schemas.openxmlformats.org/officeDocument/2006/relationships/notesSlide" Target="/ppt/notesSlides/notesSlide11.xml" Id="R13dd64ed8b2644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2fb6ce3ab45ca" /><Relationship Type="http://schemas.openxmlformats.org/officeDocument/2006/relationships/notesSlide" Target="/ppt/notesSlides/notesSlide12.xml" Id="Rd3460a2a728d41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460B49-AA08-4445-9C04-8E7A1387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TRACE-CONDITIONED OPERATOR-CARD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B26E0-530F-42B3-A029-EB29ABD9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 自动化实验闭环当前进展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97CFD-DCCB-4A9D-9828-18A08314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从手工选 RAG 卡片，推进到 trace 诊断、选卡门禁、manifest 执行、自动汇总与 history-card 记忆的闭环。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FDC2F-BAD2-4134-85D7-8E61B01C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1000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B4136-7A46-4DAC-9831-69304CAA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B5BC7-B309-4EA0-8FFD-99EDF3E1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95550"/>
            <a:ext cx="881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 是一个基于运行 trace 的 operator-card 选择控制器：读取上一轮 objective、valid rate、cards、best-code features 和 failure reasons，诊断搜索偏差，并选择下一轮要注入的 cards/query/run config 来转向 LLM 启发式进化。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5E403-3DD6-4AC8-8131-C9CA981D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910BA-4006-4F41-AA02-91B78B57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CVRP repeat-level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5E2B2-A97A-43B9-AE9D-C770F285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-4.2%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B6F67-F553-4BF4-B72B-33C90B7F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tocc_corrected 8/8 优于 pure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80A24-48C6-4706-873F-6091B665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0990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BED42-ADA7-4523-AC26-10EC7610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rPr>
              <a:t>TSP gen=4 exploratory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2255E-C7DD-453D-A04C-EFF881EC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-1.4%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F6964-3DA3-408A-8575-AF0E574F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方向正确，但仍需更多问题验证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EC4F1-DF42-4442-BD52-F1B1B987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0990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500CA-DF75-43ED-8AF8-44143537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81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History-card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6E946-E496-4C78-B6E3-47613725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67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已打通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F42C8-E2C5-44F7-BB39-BC01449E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386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可控接入；收益尚未证明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5FDB9-894E-4C61-8902-3A078DC0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日期 2026-06-19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559D0-2FD7-4CD0-BA06-10AD84C1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5A636-BEB0-4C03-A713-3220C3AA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030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D764A-8D7E-41E0-B431-ACDC24BB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WHY TOCC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A4160-2BDB-4E52-969E-7CCA48A2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问题不是“有没有 RAG”，而是“RAG 往哪引导搜索”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A4D45-A096-43EE-BFA2-73D206CD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EOH 会生成代码，但缺少系统性的搜索方向控制；TOCC 把选卡变成 trace-conditioned action。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4E658-44A9-452F-B9BD-C86BC760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571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EC788-EDBE-4FED-8232-240CE29D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EOH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9F689-0450-4AB0-9F4F-9C30AA6F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population / mutation / LLM code generation / evaluator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E1773-C2AA-4459-AF03-F2E8E09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66900"/>
            <a:ext cx="2571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0EE9B-9B6C-42CB-917A-0D873AB6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03C29-D50B-4734-BAEE-A8FAAA75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operator cards -&gt; prompt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DD2E6-56CA-454B-B51A-20199249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103A5-F4B1-487C-A267-6C2F326F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TOCC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498F8-E9FF-4C42-B716-CE2ABB19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run trace -&gt; diagnosis -&gt; selected_card_ids -&gt; bounded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BA020-DDB2-4426-BED5-BCC57B67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145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4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C184C-4855-44EE-A9EE-33478F2B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145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4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B67D3-DB97-4C3A-945C-811FA9C9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9525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46B75-2108-4970-8F11-C2CFA5BA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DE976-C058-41C2-A9FE-AC271EC9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普通 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6457A-C041-403C-B181-3E037151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7641-3ED1-4634-8EFF-991AB123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147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TOCC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B41F7-0705-44AA-9A2D-9149D13F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D4197-F530-49B3-B3DD-88B569D3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query -&gt; top-k cards -&gt; prompt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F50C3-2187-4B45-8652-435DA710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477C4D-09F6-439D-856C-801B7275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767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trace -&gt; diagnosis -&gt; selected cards -&gt; gate -&gt;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114F00-006A-45C1-8E97-BBEFB136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7003CD-1B39-4020-A409-F4C9CBCC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只能说明检索到了什么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FA918-E2EF-4D0B-BA50-6BDEBBB1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00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5EE807-8210-4D75-B70E-0FAB73C5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767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能解释为什么选卡、是否注入、是否坍缩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391468-A4B0-4DB0-826A-E858A410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0FE1AA-8BF1-4A16-B72F-0A05358E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失败时难归因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E92E26-0784-49CC-9D3C-AD7AEA2A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006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349679-6EBC-4333-B94F-7BD3F0EF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768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失败被拆到 linkage / generation / objective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84863B-D2F8-433F-BDDA-E55874CF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6859EB-056F-4F97-9B6A-03C9CB88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1771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8EF788-683F-4EE6-9A5C-FA583000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METHOD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2D404-6EBD-4BD5-B1B9-72F9A590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 原理：控制 LLM 生成启发式程序时看到的先验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2A442-5D06-4D5B-8EAB-3CE7DF5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控制对象不是采样点，而是 operator-card injection 这个生成 bias。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B4CF3-CECA-43E3-9C07-EDBCC7E9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1915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3ba46a2a94b40"/>
          <a:stretch xmlns:a="http://schemas.openxmlformats.org/drawingml/2006/main"/>
        </p:blipFill>
        <p:spPr>
          <a:xfrm xmlns:a="http://schemas.openxmlformats.org/drawingml/2006/main">
            <a:off x="851368" y="1676400"/>
            <a:ext cx="7707964" cy="4305300"/>
          </a:xfrm>
          <a:prstGeom xmlns:a="http://schemas.openxmlformats.org/drawingml/2006/main" prst="roundRect">
            <a:avLst>
              <a:gd name="adj" fmla="val 177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5863D-73DE-4E8D-9A92-3C8A7052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7640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2DD37-F18E-47FE-9ABB-30F0B54B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24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TOCC 定义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E5160-9BB4-4ED4-8F8F-7CA1551D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24100"/>
            <a:ext cx="1952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输入: 上一轮 run trace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动作: 选择 operator-card 子集、query、run config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控制对象: LLM 生成启发式代码时看到的先验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不直接替代 EOH 搜索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DDE2E-5A62-4857-A207-7D6CFC10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05250"/>
            <a:ext cx="2381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ECFF1-E038-473B-9008-40DB3121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类比关系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56099-7BCD-4170-9A82-31E6ABE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MCTS: selection policy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BO: acquisition function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TOCC: card selection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FEB95-F786-45E3-A804-41EBC03A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007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图源: 本地 draw.io，PNG/SVG 均嵌入 XML，可回到 draw.io 编辑。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8BC07-9F44-462A-997D-4145A20D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DC396-666D-4E3B-A532-4053EAFF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85417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ECC9A-7909-4598-A32B-83891F7F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OPERATOR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0CF6C-FE0C-40AF-A4CD-C652A31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 的 action 是选卡，不是直接改代码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E535F-2D3F-4CF3-9C3E-D04944EF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分类先行：策略、接口约束、历史记忆、失败警告分开路由，避免 context 被污染。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613C7-9E6D-411F-BAFB-D0FD2CB8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6680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812EE-8E0B-4952-A7DC-03AF1808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15079-4C32-413A-B798-0F6ED1E7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E59EC-7D45-446D-94D0-B9FDC87D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76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24285-248B-476C-A211-F3F47341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716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F3509-56AB-43F5-B448-B32D25C7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764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07A0C-8B11-41BD-B587-06414579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716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是否进 top-k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C5ACD-27E6-487C-8362-397BE26B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76400"/>
            <a:ext cx="419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0EFE4-F767-4073-9C99-4E6A973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71650"/>
            <a:ext cx="403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7204A-5DCC-4C68-B764-BFC41452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0A5AD-6191-43E2-967F-CF01ECC6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api_constraint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22CF6-9301-48A3-9420-67C3A613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574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5AF35-9906-4A36-BB42-31B6B542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手工接口规则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E7483-5FAE-43E7-A562-7B7CBE51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574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0E249-C923-4349-9633-50DFA586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336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否，固定前置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A900A-CDE2-47FD-A9E3-C95AE906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574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CCDB6F-BF60-48EA-BC8F-AF046F6E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3360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函数签名、fallback、返回值、API 顺序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02C13-E8C5-4F7A-B176-83CFDF88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D3FAF-17A6-48D2-915D-329C1265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literature card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ECD49-9744-4D5F-A708-90316B2A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527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CE2171-4AEF-4330-B7B9-389A9572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289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文献/经典启发式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B3E93-F94F-4C12-BA52-FC7A08DF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527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A523C-D482-41B2-ACE4-5A6659D8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B20630-0DDA-4837-BABE-B3F9EC79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0E3BD2-8F75-4668-89D1-8A7D06B2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提供 regret、farthest、savings 等策略 prior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45409B-151D-4E87-9969-956E71B9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647744-4904-49E4-AF10-6062BA4B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history card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2890A4-FD84-4B55-B311-069E0773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40362C-3C95-41E0-BCE4-5DACA845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242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best_code 自动合成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2BA407-8639-440B-B963-73BFAE68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7212D1-FD16-41DE-81A4-1243F0D0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242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是，但受 gate 约束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5E5B85-5470-42C7-BF48-909D11B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480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66BF67-5B60-481B-A08F-1F91285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复用已发现代码模式，必须小算子化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557B7A-BC52-4D8F-8C12-08975EFF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C6CCBE-4BE2-4775-B38D-D53BA1C3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failure warning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EB852A-FA49-4296-B37E-51951F33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43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F06999-83B1-426B-BDA2-7740AFCF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195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guard / 失败经验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3DEA37-1DEB-41F3-9636-469C168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43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AADBBC-C5AB-4C12-889F-F0622B47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195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否或弱注入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B55589-4E3A-4EDC-8F1D-4E87E55C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433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DC8DFA-9C2F-4F44-B0C0-DC7BBD64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1950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提示 timeout、invalid、suspicious-low 风险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FEF211-33E4-4C8B-86ED-BB957A8D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981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9E3662-A979-4905-A5BD-430F379A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rPr>
              <a:t>Skill card 格式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8C3C1B-23BB-4EAB-B7B2-6C1FB5C1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95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 / When / Do / Fallback / Safety：每张卡是短过程指令，不是长参考文档。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5F2C86-A494-48C0-904C-6FB72FF6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关键原则：api_constraint 不参与检索竞争；failure_case 不占用 strategy top-k；history card 要通过 prior audit。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DCC129-2BE2-458D-896A-F9182D03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34AFB1-74E7-4DB4-BF39-B0FBD3E6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2410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BA053A-6D69-41AE-A514-4FF50070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CODE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7924C-33D8-4EE6-8941-54DB3476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 TOCC 代码结构：controller、runner、summarizer 与 memory 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6BA6F-8226-4013-8E75-0C486CAA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Python 层负责实验控制；官方 EOH 仍负责启发式代码生成和 evaluator。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FA0D1-B211-4BB9-9929-972583CB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9537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DACC0-0FF6-4D6C-879F-93EA0BB6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13861-0185-4A01-ACDF-DC16A540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7C42D-E4BC-4CAD-9DA6-2F47954B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81150"/>
            <a:ext cx="419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62678-B83F-4651-B412-F6713782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676400"/>
            <a:ext cx="403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代表文件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346F9-64E6-4839-87BF-21248F40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81150"/>
            <a:ext cx="523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A556D-9DAC-4DE1-B44C-48B13FC4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508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85A0E-CB5E-4189-9C69-A164FF73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62F00-22CE-45E8-A1EB-B79D32E0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目标注册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88C80-B53C-46C2-BB76-FD554DC8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6215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42B92-1DA1-4FFF-BAE7-5578E47A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38350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eoh_runner/target_spec.py, registry.py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1EA77-2EB8-4F0B-9A2E-90767101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FFAF1-D96E-413D-87BC-9AB1B0FF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定义 TSP/CVRP/BP 等可进化目标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1F40E-3669-4B94-96F4-A278F4E7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518AD-1076-44B2-B302-DFBBACF7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官方 runner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5EAF4-AA8D-4D3B-BFF9-5CA7A731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28875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BB76C-7DD0-42A4-87F0-65FA5232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05075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experiments/official_eoh_run.py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0545C-FAB7-4560-957B-81FBF1CD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28875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A3632A-5ED6-4510-BE99-4AA1810E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构造 RAG context，调用官方 EOH，输出 run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C1ED8-D0E0-4008-AD7B-F2B6D85C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1D538D-6932-449D-AFF4-E4C3496D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 controller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E8093-A789-4853-9C14-81EF1B85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9560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40BAF-325A-48B5-B176-4CA78505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71800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operator_card_controller.py, tocc_agent.py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83EB9A-1714-4280-9CD9-ABB740CF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36C57C-C2D3-420C-AEC0-70D9B07E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规则诊断 / LLM proposal / card selection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4DE4D1-92D0-4CD2-A131-FB9782B9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62325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8761FF-6458-4EA3-8BC8-49426960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38525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Gatekeeper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813D2E-996D-4DC1-8D5A-CB22E5A0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62325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DD17F3-5663-4ACE-B169-D02F6D53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38525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tocc_gatekeeper.py, card_prior_decisions.py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C8ECB-B813-4481-9DDB-9F6738EB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62325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C59CF6-408D-4521-A4F5-6B27E9A5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38525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校验 proposal、cards、prior decisions 和风险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A23211-D882-4ED2-84ED-A229C30E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28316C-7F17-403E-8D9A-91A87678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Manifest runner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CE687D-BAD2-4299-B98D-1F03D0F2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2905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69AB4B-31CC-4CB6-8D9F-2B7C3E38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05250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run_experiment_manifest.py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B21BCB-7B7D-4DCB-8D34-9E0AFADD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F2127A-E752-4D77-BE7A-B25CA94C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展开 arms/repeats，支持 selected_card_ids 精确注入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CBD1DF-A46E-4320-BB53-BF8A9503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21A3C9-E47B-4E91-8710-86BB589D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Auto summarizer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B8277E-50A4-4728-8BF2-92E9C022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95775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93BF45-7F12-4D59-B082-ABF6109E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71975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summarize_manifest_runs.py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75B2E5-F47A-44AD-973A-BCCC61DE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95775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B9DF46-881B-4DF4-B109-96F9DD31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71975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汇总 objective、valid、best code、success funnel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5B089C-6545-49D8-B43D-C95897E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20885F-E3B8-4A83-928D-ECE7D2BB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RAG + Memory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F4FA90-0B25-4B7E-BF44-A7AF6890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6250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DC6AF8-F47E-405D-AE77-F1C20252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38700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rag/build_corpus.py, prompt_context.py, card_synthesis.py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7F4368-FF72-4AD5-B947-4607E838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06C904-8F6C-44A4-B009-8BC6AF09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38700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加载 cards、格式化 prompt、从 best_code 生成 history card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AC0DD1-F616-4D70-84D7-17DA528D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0638C5-579D-45D2-ACDB-176180D8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4344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E759E-F3D3-4B48-A4AA-0E857CE7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EXECUTION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DB07C-A3EF-461D-83B1-0A7CA596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V1 / V2 / V3：从规则诊断到 bounded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95390-0382-4979-B0D4-D1127DB7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当前 V3 是受预算约束的小闭环，不是无限自动大矩阵。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C9FC3-49BD-40FE-9B51-CF9D7F40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2952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1A299-D8E3-4E74-965D-206C1E46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V1 规则 controller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91CF6-ACC8-411B-B83A-D36F96EF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summary -&gt; diagnosis -&gt; selected cards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8B5E0-5BBD-4E5B-AB17-6493A062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003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47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BB4B6-FCB8-4765-96EE-EFA46555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95450"/>
            <a:ext cx="2952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0524F-C580-4C47-9D91-D3691F55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rPr>
              <a:t>V2 LLM proposer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2A3D9-EFE4-4066-9D33-86433584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0030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proposal -&gt; rule gatekeeper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8EA24-66F9-43A0-BC95-1E22F9BF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003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4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D304F-BC22-42CA-A764-3A31A236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2952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3803E-C2CF-4DE2-BBBC-405E4CC7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V3 bounded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66599-C40C-4079-B44D-A79A311D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manifest arm -&gt; official run -&gt; summary -&gt; next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6357A-E59D-4303-8725-6BAD9CB7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314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82575-B1CC-4668-9026-D0694416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BC731-F982-4427-8902-B28816CD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B59DB-5622-4FB7-A11F-29925161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96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41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25EA6-BB08-43E2-A5F8-CE911892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1314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228DE-0C8C-4967-B74C-F29AB30A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proposer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0267B-05ED-493D-B011-8D433424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提出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C0D79-4D4A-4FC5-9D00-A0DAF51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196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41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F7403-24E6-4C4C-BE77-1ABF5DD5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71950"/>
            <a:ext cx="1314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4ECB3-E83E-4E03-A57C-5F1C6B51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9C3B6E-6713-44BD-AFDF-6F5F5FA5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72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门禁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6E68A-07D2-4177-A152-5CD7406E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196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41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BF9ED2-52E5-47B6-8194-55ACA59B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1314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49A3DF-2AAB-4481-8953-A1E9E69B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run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4E05EA-3DE4-4313-AB1E-B95078D3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646E2D-C5A1-4670-8A86-198F3DEB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196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41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BCC469-E388-4187-8761-919853FB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1314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BD11EE-EC34-4CFA-982D-2CBB33D1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B6298B-E1ED-4A75-B87D-43216BB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汇总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4AFF3C-6DB5-4BB6-A693-EA693F19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196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41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E7A363-6558-4A7C-994F-CE53615E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71950"/>
            <a:ext cx="1314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90B80A-548C-45FE-A242-CB9FDB01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C53FC8-D140-4A40-9D10-9471C6BC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63CC4A-F7BD-4226-A62C-13F2BDCE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0784BB-B7F7-4157-9E9C-6F5D723B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2117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E53CAE-EE1E-49C3-BA69-41E8E2EF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SUCCESS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E1BA7-911D-4577-B7D2-88D42FDF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 不只看 objective，而是看 agent 是否真正成功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204D9-37F3-4D70-8600-42140B94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default_rag 可能 objective 看似不差，但 generation 层坍缩到 seed，不能算有效搜索。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C38B3-399D-49EE-815A-B4E7C567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885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57185-8C62-409F-B20B-22EC73B9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90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Proposal Accept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BC9C3-DD2F-43CB-A084-552095AD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0225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gatekeeper 通过，无 infra failure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43372-7827-465E-B7B8-669AB41E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7981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7D255-94FD-477A-8313-171EA4EA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514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Linkage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1FB99-D193-4BAB-B7E1-610046E7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selected_card_ids 与实际 rag_trace 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EBB72-D912-420E-B256-06574550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05150"/>
            <a:ext cx="7105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E922A-3031-4489-8710-206D575F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38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4E227-08FB-45B8-955F-57ACFF2B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48025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valid candidates 达到阈值，无 valid collapse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14EE8-790B-4A67-9881-36C5E220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29050"/>
            <a:ext cx="6229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D679E-EB6C-4A45-9780-E758CAD6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962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Objective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CBA1A-7D22-4755-B43E-4C6171D8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7192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best objective 优于 pure baseline mean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742A3-2CE5-4752-817B-7566561E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52950"/>
            <a:ext cx="5353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08379-8F1F-419F-B374-AEABEC59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686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Diagnosis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C483D-3866-4F22-A81B-797A4D8C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958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诊断引用 trace 证据且与 trace 一致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7155E-25B7-44F8-98A7-09F5720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3812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E797A-4789-446A-8A44-6D93A99E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33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rPr>
              <a:t>为什么重要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5883D-5BB1-4907-855C-6381F64D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把失败定位到 proposal / linkage / generation / objective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避免把 seed 回退误写成算法提升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为后续 agent 成功率统计留字段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6D505-7623-4D9F-AD36-CDE45019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5278F-0F99-4B3F-94BE-D066C3A7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5018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9DB44-6AAB-4AEA-BD2C-46678077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CVRP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02E78-7949-4302-9A6E-92351807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CVRP 是当前最可靠正面证据：选卡改变搜索方向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9F5FF-EBA7-4666-AA5B-883AA004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tocc_corrected 在 8 次重复中全部优于 pure mean；default_rag 5/5 generation collapse。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57674-F124-4FB8-93C7-7C4914C0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pure_eoh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31804-7D39-4065-84EC-1C2D866F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24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3465A-96AC-460B-92E4-766CF486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24050"/>
            <a:ext cx="390538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70FDC-298C-4396-944D-6F2D773B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13.540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D422A-9683-417E-B7AE-FF8AC0CF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n=8, valid 8/8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E9067-305C-4660-8D34-5B697377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default_rag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8B0E6-B0B5-4B83-BDE8-6DC5A7FF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717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DB408-4605-431A-AB2F-9DA4B079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71750"/>
            <a:ext cx="383125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352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2DB9A-800F-44C3-827B-2962F871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6222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3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6352B"/>
                </a:solidFill>
                <a:latin typeface="Microsoft YaHei"/>
                <a:ea typeface="Microsoft YaHei"/>
                <a:cs typeface="Microsoft YaHei"/>
              </a:rPr>
              <a:t>13.283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F088F-2752-4BE4-94B5-72B34BD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n=5, 0/5 generation success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271D7-7BA0-43E3-B51F-0F221B4B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289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0022D-3738-412C-9EC7-C22255B0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19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8AEC4-CFA3-415E-B5EF-58D7A1C5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19450"/>
            <a:ext cx="374241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5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A0772-CAE1-464B-99D7-05A5E68D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992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12.975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E0EFC-9447-4D2C-8CC3-E72A964F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194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n=8, 8/8 优于 pure mean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709E1-8CEB-42D7-9F7B-7FDF53CF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2857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DD856-9AA7-4371-B8D6-9336C6C3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rPr>
              <a:t>核心差异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6B91A-9C63-461F-B4A2-47973F90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card swap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63F1B-D506-46C1-A97E-FD58E481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cvrp_nearest_capacity -&gt; cvrp_regret_insertion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6A060-62F2-4D9F-A471-9B22DC03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05200"/>
            <a:ext cx="2857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3A3E4-5ED5-4400-9F41-F63298CB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改善幅度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82610E-042D-4CEC-B72E-AE8232B7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624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4.2%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F3EAC4-3943-4BFF-A0E0-280D6D44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平均 objective 相对 pure mean 下降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2FEC66-DC78-4AF9-AFF3-64D5DF9D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结论：不是“RAG 自然有效”，而是 trace-conditioned 选卡让 generation 和 objective 两层同时通过。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1F1991-C388-41A0-9E97-2AFBAD2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9EAC37-484A-49C9-A958-E8411C3A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44875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02C476-2D50-45E4-B3E3-24E63A4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TSP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F5929-20B9-4A60-9ACC-2E65B45D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TSP 有方向信号，但还不能写成稳定证明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44301-966B-400D-85EC-D50E5D11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gen=0 方差很大；gen=4 后 TOCC 有小幅 exploratory positive。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2950C-D63A-4A11-95B6-40DF581E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6C3AE-A43F-404D-9411-D0727CA3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BE10D-5CF3-4FAD-AA0D-0C56C86A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arm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30673-CBD3-45EF-9CB3-50D43048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76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2ED63-CF2B-4F53-8709-929BCEF6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96729-71B6-4CD7-98E6-0CB1567A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954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FFC53-ABF7-4A28-87BE-D821AA06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13BF2-C72C-41E8-8F27-29BAC22E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954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CCF10-3417-4E72-8841-8586E997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90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C220F-C903-412B-9F18-DB50B4D9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56414-2DC9-4216-9028-8C6345F5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max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08694-0C08-4845-88FA-F6F420FA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90A67-15D4-4D65-A25C-8E8873E1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44583-75C8-4F55-BD03-43C37375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2CEBD-551F-4E58-961C-BB5B143E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pure_eoh gen=0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AA210-64C2-4F28-A24F-08E1B965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6450"/>
            <a:ext cx="76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951029-D1B2-466E-B3C8-8A451851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83522-8BF8-46B5-A986-CCF5DF4F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31DE7-7F03-4190-ACF0-86A0BDEA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526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6.751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8ED88-BD09-419C-866B-406F852F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82E7DF-40AD-495C-AE8D-79D43E7D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6.590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83235-8FAD-4BF8-BE4B-2D9918C5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1F76F4-B4A5-43A0-B636-C3102696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7.057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9F4077-216F-4AB7-978F-9A8A6914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764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05FCC3-19C1-4696-87C5-885A0B9F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526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方差较大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81CB9D-8024-40C9-8BEA-B0622657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BB9072-1EC3-4656-B12A-63AEC380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tocc_corrected gen=0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75E0F9-87C6-413F-8113-55B2D21E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76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1779ED-F542-40EB-BF3B-AB081459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01F89D-B5F0-44AB-B2C4-EC4FE6CD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3A7CBE-9EAB-4CD2-84C8-5052C49C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7.372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AE67BA-3516-44B0-A057-EE903249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173626-AA4B-4599-878D-1087647D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6.189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02DDAB-75DF-4A6A-BFCE-F34C21A9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81C87A-940A-4B2D-AA75-34DAEA17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9.656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92419C-8C35-45F5-A9F4-CA2D1E59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EEC698-D133-4E36-963B-9B9020FE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同卡组合 outlier 明显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05742D-9B38-46BD-9C30-A44B8E88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EE5035-EEA6-46F0-9A9B-5A0D122A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pure_eoh gen=4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D1EF50-B997-4A67-AB57-9963D895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67050"/>
            <a:ext cx="76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0AE382-2557-4D75-9A50-82572A29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469FA6-6AF8-4AD3-9D72-C267ACDD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0E26AD-7D94-46AE-9661-943EE674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6.548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930066-17A0-4CD7-8907-3D3701E7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01E339-5111-4DC8-B25C-709610D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6.430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35E118-E015-420D-9261-3BD006A9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362CAB-A6AD-4324-B0AE-A0A91228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6.608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A71DF2-52CB-4A85-B09C-E7E1E15D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670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F3B024-2C6C-443A-AB98-B699E68F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进化深度降低方差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5A26A8-2407-427D-B105-C3F241FD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9C1E4F-82DD-48F2-8F34-EE304189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tocc_corrected gen=4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FD559E-363F-4E20-B5B1-477DA663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76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3A518D-DA7C-41AD-BA99-5C76D65D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385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C04525-25C2-45CD-A185-435B33C0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BA883B-A4B3-4A95-BB01-AD0D526E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6.456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04306EE-D812-435E-97E0-2FC150E3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623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E82F775-846B-4B7A-B752-CE9B1F67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6.292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03118A-0932-44A8-9252-5A92C4A1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623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A595CC-F791-437A-A46C-50406436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6.615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CCFEEF6-558E-48E1-9BE2-42DDEFB8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623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F50FD7-50A4-4FB9-A510-B78AC5E8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385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小幅正向，约 1.4%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C5E282A-2C3D-4466-9FFE-7D4CD714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9334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EB3DA20-6662-43BA-9847-F606AB4D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写法边界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E416C1-4CEF-4C50-A77B-B3518D91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7680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当前只能写：TOCC 在 TSP gen=4 下出现 exploratory positive；需要更多问题/benchmark 支撑论文级主张。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ED8ACB-332D-47C9-8C0A-E889950E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58BF0C-8F96-411A-BDA1-B13B879B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30128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224094-BA8E-490F-A6BF-0B98B893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HISTORY-CARD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C40D4-5233-4BEA-BBAF-90171536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历史代码记忆已接入闭环，但不是默认增强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61A7F-358B-4D26-89B8-41F7A789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best_code 可以合成 history card；但复杂历史 prior 需要拆分、审计、降权或阻断。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185E4-0692-46B4-8F41-A471C4C9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013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845D1-57CD-4E25-9D53-B2074B8E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71107-3CCC-434F-9F61-C488BB0F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979F2-72FC-40DF-8761-624E5D2E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811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EB25C-3C36-466C-AEB8-592BB3E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764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arm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79B32-B587-4E3D-AB73-CA8DE23F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5811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7F31C-4127-491A-BA3C-51C05D2F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76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best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75A40-DB85-446C-8B52-6F5564E4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8115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A23E0-B189-45B8-B95A-3FC6F5FB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valid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CCD18-2C98-4809-B39E-B86C6F82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81150"/>
            <a:ext cx="3943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00ABB-5CA2-4CFE-A1AD-A2D2A13C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764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42680-3B7B-44C7-BF8E-CB47128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2F262-2A42-4928-8FDC-0F0089A7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naive mixed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2AE63-14F4-4357-8626-1104ACC2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621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BFA41-810F-4548-B051-A94BE4D8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383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literature_regret_far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3C516-8A73-447D-9B8D-6B1C445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621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22C61-A6A0-4084-8528-3089C0CF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13.094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C2BFE-F3E8-41EA-8632-F847C544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48380-CC27-4B00-BF90-6B54CE0C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FCE6B-DE0F-4225-8BB2-3E68D4F3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621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97FF98-A334-4FFA-8B2C-BCF8745E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文献卡更稳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C5F6F-AE8C-4D4C-9A8E-DD072882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D9FCDB-8B26-4E09-A8EA-C16A79B2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naive mixed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4D3C35-0C3A-4DE0-85A2-4CE9A50B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193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2704A1-E461-4D8D-8B00-DECAB68E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955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mixed_history_far_regret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2E57A8-6CC6-4EE9-AC99-2D05074A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193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49E06F-84E3-4A0B-A29C-71006D53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955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14.210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844C39-C540-431E-A50C-6DD27B34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961834-FFA0-47F5-9FFA-51417E2D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1CBBE8-FB06-48FF-A5F9-420C0747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3FE45E-BE15-4303-B2B8-1822960A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复合 history card 变差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7AAF07-7FB0-4994-AC73-B5D72C4C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1656A4-0064-4560-840C-E05A430A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 history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46E0B3-C2CF-492A-8D0D-680156FD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765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30EE6D-813F-4A7D-B223-9A2F3399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literature_regret_far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AE834E-2EE5-4E1E-98DA-FD71E915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765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C2BA9B-E2AC-4D08-82D4-7440B585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12.728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660D27-801E-4A95-BEAC-4E6F949E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65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428D32-5098-4795-AA5F-46928E4F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F24D0F-684B-4B63-87B3-A54EB28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765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9AEC2B-CBD4-4B7C-ACA7-35B2F187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 best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7EBF7F-9CC8-4896-BB9E-1B999D87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5D14AE-278E-404A-ADB7-76900D8B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 history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71F676-C3FF-4A81-9A0C-EB66167C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337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CF19BC-5611-4357-8419-54943356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099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split_far_seed_regret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7605AD-208F-4AD0-8CE2-E4FFC61B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337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5DB128-EA45-4312-91DA-C4D23664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099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13.005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4A399C-70D8-4EEC-96E9-76CBFE4F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CB65A9-D365-442E-A7C8-2FD4F740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2EAFEC-A191-4FC7-ACB2-B9182C72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337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BB2F72-1512-4BE6-9C2F-D59FEECE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未超 literature-only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33E434-DBF9-4FDD-AEF2-CB074F37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56529E-859C-4B21-884B-03C0FEB1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 history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4F4B7A-141B-4631-9E97-EE8A069E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909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51575A-5F89-4BA2-84E6-E6F7AD92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split_capacity_filter_regret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5B9F62-0210-45A0-8F6D-C4D36284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909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2BA7A0-8379-4AC2-8293-0775AA81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71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13.236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349C98-6129-443E-866F-8BF3D480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8B82E0-16E3-42F9-962D-B2E367FC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2420DC-782A-431F-A464-B86EBB79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192B962-F021-4179-997C-E8EDF8FD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应降权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8F0E97-2978-4B49-86BD-012DE6E3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E093194-53CC-4F5C-8544-D867C3E1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 history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5C9EC4-49E3-43BE-B2A3-3E6B2C9A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481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0A98F8-EB8E-4A47-868A-737D9A29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split_remaining_alpha_far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EEC2959-E000-4A8D-BF1B-F5D25D28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2481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A7D320-9C07-4D91-9DFF-7C38246E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243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12.961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8C7722A-2C23-40CE-8FBF-EB935F6C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ACA905-5520-4B79-8ED8-AB80EAB1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F51FC76-795F-4BD9-855D-70BD8835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481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1C4636E-1DBF-4AF4-9250-B72A8779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watchlist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5EA69E5-C539-45D5-AF23-AAF4585F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结论：history prior 可控接入；历史最优代码不能直接压成复杂大卡，必须拆成小 operator，并由 TOCC 基于 trace 选择。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19D5981-05B0-4DF2-962B-DB848934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E4AA56-0784-4C57-81EB-E5ABE0ED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1559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89469D-B4C8-444F-B833-210DA295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BEST CODE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87D19-41AC-4B3A-A3E9-00383BF8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报告必须展示代码怎么变，而不只写策略变化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DDB70-54D1-4B54-8347-47721AB3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以下片段来自当前自动报告记录的 best code。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1F7E2-92A1-4C9B-BD0A-81A97433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2BB6B-1788-4B8D-A344-961E78F4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4800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TSP gen=4 TOCC best | score=6.29166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n_unvisited = len(unvisited_nodes)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dist_from_current = distance_matrix[current_node][unvisited_nodes]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dist_to_dest = distance_matrix[destination_node][unvisited_nodes]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regrets = []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for i, u in enumerate(unvisited_nodes):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    avg_dist_to_others = np.mean(distance_matrix[u][others])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979BC-5DE9-4A32-9490-14056F37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C8D0D-8AB0-4513-80BD-C521C571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800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CVRP split-history literature-only best | score=12.72795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dist_from_current = distance_matrix[current_node, unvisited_nodes]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dist_from_depot = distance_matrix[depot, unvisited_nodes]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range_curr = max_curr_dist - min_curr_dist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if range_curr == 0: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    range_curr = 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5056D-446D-4787-B215-6A4F8F18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00550"/>
            <a:ext cx="8572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CB9BB-1F0F-4245-BED2-9105D71D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52950"/>
            <a:ext cx="8229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CVRP history watchlist | score=12.96129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remaining_ratio = len(unvisited_nodes) / total_customers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alpha = min(1.0, max(0.0, remaining_ratio))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far_candidates = unvisited_nodes[dist_from_depot &gt;= median_dist]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78CC1-389D-44AD-A46C-64DA18B5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6D7AB-6E9E-4A9B-805E-4AFFD7D5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5908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E1EB30-B8DB-49CE-8D14-61D0FB9B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BOUNDARIES &amp;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06EDA-EDA9-4111-843F-53E4A1D1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当前能写什么、不能写什么，以及下一步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BA930-E647-492D-802B-58939DED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边界写清楚比夸大结果更重要；下一阶段重点是新 benchmark 与实时探索 agent。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36E2E-5FE6-4EFA-8D57-C49D8E6C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63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B8E39-B392-4E40-AA62-FB173ADA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63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6352B"/>
                </a:solidFill>
                <a:latin typeface="Microsoft YaHei"/>
                <a:ea typeface="Microsoft YaHei"/>
                <a:cs typeface="Microsoft YaHei"/>
              </a:rPr>
              <a:t>不能写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E04AC-271A-44DD-8439-7E2EA7E1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TOCC 已证明统计显著提升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RAG 一定有效或一定无效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TSP/CVRP 已足够支撑完整论文实验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History-RAG 已经带来收益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V3 可以直接自动跑大矩阵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8F368-CC8E-46EB-AE89-6E33BC4B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671B9-8F42-4142-9FF9-84449242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可以写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A9C4D-1087-45ED-BA14-FE01A2EB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TOCC 是 trace-conditioned operator-card controller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工程闭环已完成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CVRP 有 repeat-level positive signal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Success funnel 能解释 RAG 失败来源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history memory 已接入，但需 gate/audit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163E4-A1A5-472F-86B2-EFC19B1D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52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E5F5C-A2B9-48D6-8703-74DB73A1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81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下一步：整理论文方法段；新增官方 benchmark；固化 exploration_analyst，实时监控 valid rate、selected cards、context truncation。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B1282-3888-4CEF-B6BB-9D829E30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56558-62E8-417F-976C-E1DCF08C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61929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2026-06-18T23:45:10.0620000Z</dcterms:created>
  <dcterms:modified xsi:type="dcterms:W3CDTF">2026-06-18T23:45:10.0620000Z</dcterms:modified>
</coreProperties>
</file>